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embeddedFontLst>
    <p:embeddedFont>
      <p:font typeface="Lato Black" panose="020F0502020204030203" pitchFamily="34" charset="0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E4EAA26-B920-4E2A-977C-D080F74B2243}">
          <p14:sldIdLst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C6E7"/>
    <a:srgbClr val="444444"/>
    <a:srgbClr val="EF3535"/>
    <a:srgbClr val="F04242"/>
    <a:srgbClr val="EE2626"/>
    <a:srgbClr val="F14847"/>
    <a:srgbClr val="D15353"/>
    <a:srgbClr val="CB3B3A"/>
    <a:srgbClr val="EF4746"/>
    <a:srgbClr val="9B2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59" autoAdjust="0"/>
    <p:restoredTop sz="94660"/>
  </p:normalViewPr>
  <p:slideViewPr>
    <p:cSldViewPr snapToGrid="0">
      <p:cViewPr>
        <p:scale>
          <a:sx n="67" d="100"/>
          <a:sy n="67" d="100"/>
        </p:scale>
        <p:origin x="1040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DECC2-6B27-4737-847B-D94CD215324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CD1B1-1839-493B-998D-0E57A9A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2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85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81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950830B1-CA82-5825-5332-E893D7F0E2DF}"/>
              </a:ext>
            </a:extLst>
          </p:cNvPr>
          <p:cNvSpPr/>
          <p:nvPr/>
        </p:nvSpPr>
        <p:spPr>
          <a:xfrm rot="18000000">
            <a:off x="5438393" y="2536559"/>
            <a:ext cx="1902584" cy="190519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  <a:effectLst>
            <a:outerShdw blurRad="317500" dist="1270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grpSp>
        <p:nvGrpSpPr>
          <p:cNvPr id="844" name="Group 843">
            <a:extLst>
              <a:ext uri="{FF2B5EF4-FFF2-40B4-BE49-F238E27FC236}">
                <a16:creationId xmlns:a16="http://schemas.microsoft.com/office/drawing/2014/main" id="{59E78311-FE01-45AD-A314-DD7B1499DFBB}"/>
              </a:ext>
            </a:extLst>
          </p:cNvPr>
          <p:cNvGrpSpPr/>
          <p:nvPr/>
        </p:nvGrpSpPr>
        <p:grpSpPr>
          <a:xfrm>
            <a:off x="762130" y="710744"/>
            <a:ext cx="11152152" cy="5607073"/>
            <a:chOff x="673055" y="615494"/>
            <a:chExt cx="11152152" cy="560707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B0F65B1-E442-420D-8D38-8922D7E585ED}"/>
                </a:ext>
              </a:extLst>
            </p:cNvPr>
            <p:cNvSpPr/>
            <p:nvPr/>
          </p:nvSpPr>
          <p:spPr>
            <a:xfrm>
              <a:off x="5654157" y="2740782"/>
              <a:ext cx="1306250" cy="130624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50800">
              <a:noFill/>
            </a:ln>
            <a:effectLst>
              <a:outerShdw blurRad="317500" dist="1270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79C0F08-EB5B-4FE6-81EC-255875830A46}"/>
                </a:ext>
              </a:extLst>
            </p:cNvPr>
            <p:cNvGrpSpPr/>
            <p:nvPr/>
          </p:nvGrpSpPr>
          <p:grpSpPr>
            <a:xfrm>
              <a:off x="5717333" y="2957472"/>
              <a:ext cx="1179903" cy="811969"/>
              <a:chOff x="5325182" y="3084547"/>
              <a:chExt cx="1247070" cy="85819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B8B210-122C-43C3-8EB1-B5C4F86A7FD8}"/>
                  </a:ext>
                </a:extLst>
              </p:cNvPr>
              <p:cNvSpPr txBox="1"/>
              <p:nvPr/>
            </p:nvSpPr>
            <p:spPr>
              <a:xfrm>
                <a:off x="5325182" y="3332806"/>
                <a:ext cx="1247070" cy="6099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>
                    <a:solidFill>
                      <a:schemeClr val="bg1"/>
                    </a:solidFill>
                  </a:rPr>
                  <a:t>Affecting the way that people think, behave</a:t>
                </a:r>
                <a:endParaRPr lang="id-ID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Title 1">
                <a:extLst>
                  <a:ext uri="{FF2B5EF4-FFF2-40B4-BE49-F238E27FC236}">
                    <a16:creationId xmlns:a16="http://schemas.microsoft.com/office/drawing/2014/main" id="{4E81FF90-1608-4CD1-BC1A-66110CE22A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11983" y="3084547"/>
                <a:ext cx="1073465" cy="175660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Influence</a:t>
                </a:r>
              </a:p>
            </p:txBody>
          </p:sp>
        </p:grpSp>
        <p:grpSp>
          <p:nvGrpSpPr>
            <p:cNvPr id="535" name="Group 534">
              <a:extLst>
                <a:ext uri="{FF2B5EF4-FFF2-40B4-BE49-F238E27FC236}">
                  <a16:creationId xmlns:a16="http://schemas.microsoft.com/office/drawing/2014/main" id="{B0ADF519-EC2B-4175-8898-0BAE0DD7B4E1}"/>
                </a:ext>
              </a:extLst>
            </p:cNvPr>
            <p:cNvGrpSpPr/>
            <p:nvPr/>
          </p:nvGrpSpPr>
          <p:grpSpPr>
            <a:xfrm>
              <a:off x="5060275" y="806365"/>
              <a:ext cx="2034777" cy="1934417"/>
              <a:chOff x="4630722" y="660564"/>
              <a:chExt cx="2150609" cy="2044536"/>
            </a:xfrm>
          </p:grpSpPr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3585F3FA-8AA6-4690-A0E2-3D141AFF8C2E}"/>
                  </a:ext>
                </a:extLst>
              </p:cNvPr>
              <p:cNvCxnSpPr>
                <a:cxnSpLocks/>
                <a:stCxn id="128" idx="4"/>
                <a:endCxn id="2" idx="0"/>
              </p:cNvCxnSpPr>
              <p:nvPr/>
            </p:nvCxnSpPr>
            <p:spPr>
              <a:xfrm>
                <a:off x="5946954" y="2166347"/>
                <a:ext cx="1762" cy="53875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8BCE97F8-B752-450D-8DCB-53ACE94E5A8B}"/>
                  </a:ext>
                </a:extLst>
              </p:cNvPr>
              <p:cNvSpPr/>
              <p:nvPr/>
            </p:nvSpPr>
            <p:spPr>
              <a:xfrm>
                <a:off x="5506935" y="1286311"/>
                <a:ext cx="880038" cy="88003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155E8290-3347-4D31-98B3-069C96E2872A}"/>
                  </a:ext>
                </a:extLst>
              </p:cNvPr>
              <p:cNvSpPr/>
              <p:nvPr/>
            </p:nvSpPr>
            <p:spPr>
              <a:xfrm>
                <a:off x="6478055" y="972084"/>
                <a:ext cx="303276" cy="303274"/>
              </a:xfrm>
              <a:prstGeom prst="ellipse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5B9090E1-923C-4611-950F-7C4AE93E3DC7}"/>
                  </a:ext>
                </a:extLst>
              </p:cNvPr>
              <p:cNvCxnSpPr>
                <a:cxnSpLocks/>
                <a:stCxn id="133" idx="3"/>
                <a:endCxn id="128" idx="7"/>
              </p:cNvCxnSpPr>
              <p:nvPr/>
            </p:nvCxnSpPr>
            <p:spPr>
              <a:xfrm flipH="1">
                <a:off x="6258094" y="1230945"/>
                <a:ext cx="264375" cy="184244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80FECAF5-3E42-4ECB-841A-223CBDDF66F2}"/>
                  </a:ext>
                </a:extLst>
              </p:cNvPr>
              <p:cNvSpPr/>
              <p:nvPr/>
            </p:nvSpPr>
            <p:spPr>
              <a:xfrm>
                <a:off x="5798356" y="660564"/>
                <a:ext cx="303276" cy="303274"/>
              </a:xfrm>
              <a:prstGeom prst="ellipse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7467E9EC-A1DF-4784-94B8-3F255D4D7005}"/>
                  </a:ext>
                </a:extLst>
              </p:cNvPr>
              <p:cNvCxnSpPr>
                <a:cxnSpLocks/>
                <a:stCxn id="137" idx="4"/>
                <a:endCxn id="128" idx="0"/>
              </p:cNvCxnSpPr>
              <p:nvPr/>
            </p:nvCxnSpPr>
            <p:spPr>
              <a:xfrm flipH="1">
                <a:off x="5946954" y="963838"/>
                <a:ext cx="3040" cy="32247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B6366171-A873-4EDA-9AE4-C8A70E19C194}"/>
                  </a:ext>
                </a:extLst>
              </p:cNvPr>
              <p:cNvSpPr/>
              <p:nvPr/>
            </p:nvSpPr>
            <p:spPr>
              <a:xfrm>
                <a:off x="5036992" y="972084"/>
                <a:ext cx="303276" cy="303274"/>
              </a:xfrm>
              <a:prstGeom prst="ellipse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6F17233F-1CBE-4B05-9C4F-A1B9E697038F}"/>
                  </a:ext>
                </a:extLst>
              </p:cNvPr>
              <p:cNvCxnSpPr>
                <a:cxnSpLocks/>
                <a:stCxn id="142" idx="5"/>
                <a:endCxn id="128" idx="1"/>
              </p:cNvCxnSpPr>
              <p:nvPr/>
            </p:nvCxnSpPr>
            <p:spPr>
              <a:xfrm>
                <a:off x="5295854" y="1230945"/>
                <a:ext cx="339960" cy="184244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1E161C44-4437-4B93-BD75-627798B89EEE}"/>
                  </a:ext>
                </a:extLst>
              </p:cNvPr>
              <p:cNvCxnSpPr>
                <a:cxnSpLocks/>
                <a:stCxn id="152" idx="5"/>
                <a:endCxn id="142" idx="1"/>
              </p:cNvCxnSpPr>
              <p:nvPr/>
            </p:nvCxnSpPr>
            <p:spPr>
              <a:xfrm>
                <a:off x="4932398" y="800378"/>
                <a:ext cx="149008" cy="216119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D49B44DF-97DD-440D-8615-5860380FF190}"/>
                  </a:ext>
                </a:extLst>
              </p:cNvPr>
              <p:cNvSpPr/>
              <p:nvPr/>
            </p:nvSpPr>
            <p:spPr>
              <a:xfrm rot="900000">
                <a:off x="4841981" y="687898"/>
                <a:ext cx="120556" cy="120556"/>
              </a:xfrm>
              <a:prstGeom prst="ellipse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F0A134B0-3793-417C-9C5A-93C890932E0D}"/>
                  </a:ext>
                </a:extLst>
              </p:cNvPr>
              <p:cNvSpPr/>
              <p:nvPr/>
            </p:nvSpPr>
            <p:spPr>
              <a:xfrm>
                <a:off x="4691785" y="1365558"/>
                <a:ext cx="120556" cy="120556"/>
              </a:xfrm>
              <a:prstGeom prst="ellipse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C1727FC5-F473-4D92-9E01-C83B5006A490}"/>
                  </a:ext>
                </a:extLst>
              </p:cNvPr>
              <p:cNvSpPr/>
              <p:nvPr/>
            </p:nvSpPr>
            <p:spPr>
              <a:xfrm rot="19800000">
                <a:off x="4630722" y="988051"/>
                <a:ext cx="120556" cy="120556"/>
              </a:xfrm>
              <a:prstGeom prst="ellipse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FB62726F-A677-4947-9BA0-BE2C2E33FD0C}"/>
                  </a:ext>
                </a:extLst>
              </p:cNvPr>
              <p:cNvCxnSpPr>
                <a:cxnSpLocks/>
                <a:stCxn id="154" idx="5"/>
                <a:endCxn id="142" idx="2"/>
              </p:cNvCxnSpPr>
              <p:nvPr/>
            </p:nvCxnSpPr>
            <p:spPr>
              <a:xfrm>
                <a:off x="4749224" y="1063930"/>
                <a:ext cx="287768" cy="59791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43C80C83-62FB-4D5C-AF6B-6472F7AC8AEA}"/>
                  </a:ext>
                </a:extLst>
              </p:cNvPr>
              <p:cNvCxnSpPr>
                <a:cxnSpLocks/>
                <a:stCxn id="153" idx="7"/>
                <a:endCxn id="142" idx="3"/>
              </p:cNvCxnSpPr>
              <p:nvPr/>
            </p:nvCxnSpPr>
            <p:spPr>
              <a:xfrm flipV="1">
                <a:off x="4794686" y="1230945"/>
                <a:ext cx="286720" cy="152268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Title 1">
                <a:extLst>
                  <a:ext uri="{FF2B5EF4-FFF2-40B4-BE49-F238E27FC236}">
                    <a16:creationId xmlns:a16="http://schemas.microsoft.com/office/drawing/2014/main" id="{8D47D004-EAFC-4D66-9368-D54C97A548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10222" y="1620247"/>
                <a:ext cx="1073465" cy="175660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200" dirty="0">
                    <a:solidFill>
                      <a:schemeClr val="accent4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+</a:t>
                </a:r>
              </a:p>
            </p:txBody>
          </p:sp>
        </p:grpSp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77B966F6-2942-4390-AD6B-F4A006EBFB00}"/>
                </a:ext>
              </a:extLst>
            </p:cNvPr>
            <p:cNvGrpSpPr/>
            <p:nvPr/>
          </p:nvGrpSpPr>
          <p:grpSpPr>
            <a:xfrm>
              <a:off x="6769111" y="615494"/>
              <a:ext cx="3667969" cy="2316584"/>
              <a:chOff x="6682963" y="781847"/>
              <a:chExt cx="3876772" cy="2448458"/>
            </a:xfrm>
          </p:grpSpPr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8CF3C48E-D1AC-48E5-A94D-20A281B381A2}"/>
                  </a:ext>
                </a:extLst>
              </p:cNvPr>
              <p:cNvCxnSpPr>
                <a:cxnSpLocks/>
                <a:stCxn id="247" idx="1"/>
                <a:endCxn id="2" idx="7"/>
              </p:cNvCxnSpPr>
              <p:nvPr/>
            </p:nvCxnSpPr>
            <p:spPr>
              <a:xfrm flipH="1">
                <a:off x="6682963" y="2473215"/>
                <a:ext cx="618466" cy="75709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842FD712-4F4E-4D42-9C55-9B99521ACD51}"/>
                  </a:ext>
                </a:extLst>
              </p:cNvPr>
              <p:cNvSpPr/>
              <p:nvPr/>
            </p:nvSpPr>
            <p:spPr>
              <a:xfrm rot="18000000">
                <a:off x="7286435" y="1919312"/>
                <a:ext cx="880038" cy="88003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5"/>
                </a:solidFill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4B75A422-87CD-40C8-8379-F91425468B65}"/>
                  </a:ext>
                </a:extLst>
              </p:cNvPr>
              <p:cNvSpPr/>
              <p:nvPr/>
            </p:nvSpPr>
            <p:spPr>
              <a:xfrm>
                <a:off x="7523095" y="1205516"/>
                <a:ext cx="303276" cy="303274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67E947A9-AE69-4BA1-929E-50369DE02CE9}"/>
                  </a:ext>
                </a:extLst>
              </p:cNvPr>
              <p:cNvCxnSpPr>
                <a:cxnSpLocks/>
                <a:stCxn id="250" idx="4"/>
                <a:endCxn id="247" idx="7"/>
              </p:cNvCxnSpPr>
              <p:nvPr/>
            </p:nvCxnSpPr>
            <p:spPr>
              <a:xfrm flipH="1">
                <a:off x="7612569" y="1508790"/>
                <a:ext cx="62164" cy="425515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F0EFCFDE-DE3C-41E0-A47B-E18AEE7794DC}"/>
                  </a:ext>
                </a:extLst>
              </p:cNvPr>
              <p:cNvSpPr/>
              <p:nvPr/>
            </p:nvSpPr>
            <p:spPr>
              <a:xfrm rot="19800000">
                <a:off x="8237956" y="2823214"/>
                <a:ext cx="303276" cy="303274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302C630A-30FF-406B-8F3B-D7487C31E9ED}"/>
                  </a:ext>
                </a:extLst>
              </p:cNvPr>
              <p:cNvCxnSpPr>
                <a:cxnSpLocks/>
                <a:stCxn id="252" idx="1"/>
                <a:endCxn id="247" idx="3"/>
              </p:cNvCxnSpPr>
              <p:nvPr/>
            </p:nvCxnSpPr>
            <p:spPr>
              <a:xfrm flipH="1" flipV="1">
                <a:off x="7840339" y="2784355"/>
                <a:ext cx="402784" cy="151249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D6E26239-AC44-4BA1-B031-C396AC2D9A10}"/>
                  </a:ext>
                </a:extLst>
              </p:cNvPr>
              <p:cNvSpPr/>
              <p:nvPr/>
            </p:nvSpPr>
            <p:spPr>
              <a:xfrm>
                <a:off x="8597742" y="1706603"/>
                <a:ext cx="303276" cy="303274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541FB223-4DA4-4723-9DF1-0DF210DD03F7}"/>
                  </a:ext>
                </a:extLst>
              </p:cNvPr>
              <p:cNvCxnSpPr>
                <a:cxnSpLocks/>
                <a:stCxn id="254" idx="3"/>
                <a:endCxn id="247" idx="5"/>
              </p:cNvCxnSpPr>
              <p:nvPr/>
            </p:nvCxnSpPr>
            <p:spPr>
              <a:xfrm flipH="1">
                <a:off x="8151479" y="1965464"/>
                <a:ext cx="490677" cy="279981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FC171700-A629-4A25-91CC-2A85FEB5E456}"/>
                  </a:ext>
                </a:extLst>
              </p:cNvPr>
              <p:cNvSpPr/>
              <p:nvPr/>
            </p:nvSpPr>
            <p:spPr>
              <a:xfrm rot="1800000">
                <a:off x="8465618" y="1408554"/>
                <a:ext cx="120556" cy="120556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256C5DE7-5804-41AB-A993-B2E7558ABCE1}"/>
                  </a:ext>
                </a:extLst>
              </p:cNvPr>
              <p:cNvSpPr/>
              <p:nvPr/>
            </p:nvSpPr>
            <p:spPr>
              <a:xfrm rot="900000">
                <a:off x="8926497" y="1129530"/>
                <a:ext cx="120556" cy="120556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BBD1340C-8064-4B52-A2EC-967BE55A9306}"/>
                  </a:ext>
                </a:extLst>
              </p:cNvPr>
              <p:cNvSpPr/>
              <p:nvPr/>
            </p:nvSpPr>
            <p:spPr>
              <a:xfrm rot="2700000">
                <a:off x="9320209" y="1254252"/>
                <a:ext cx="120556" cy="120556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E53CCDF2-430F-42F5-9D3D-BE2AFD35A940}"/>
                  </a:ext>
                </a:extLst>
              </p:cNvPr>
              <p:cNvSpPr/>
              <p:nvPr/>
            </p:nvSpPr>
            <p:spPr>
              <a:xfrm rot="900000">
                <a:off x="9464742" y="1694478"/>
                <a:ext cx="120556" cy="120556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51B90F31-F176-449C-AE76-34865E17EABC}"/>
                  </a:ext>
                </a:extLst>
              </p:cNvPr>
              <p:cNvSpPr/>
              <p:nvPr/>
            </p:nvSpPr>
            <p:spPr>
              <a:xfrm rot="900000">
                <a:off x="9328236" y="2116988"/>
                <a:ext cx="120556" cy="120556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FABFE7A3-B870-44E2-B13A-082280A513B6}"/>
                  </a:ext>
                </a:extLst>
              </p:cNvPr>
              <p:cNvSpPr/>
              <p:nvPr/>
            </p:nvSpPr>
            <p:spPr>
              <a:xfrm rot="3600000">
                <a:off x="8792008" y="2233494"/>
                <a:ext cx="120556" cy="120556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6B1C4176-6621-4038-9FB1-7B0C7F12DC13}"/>
                  </a:ext>
                </a:extLst>
              </p:cNvPr>
              <p:cNvCxnSpPr>
                <a:cxnSpLocks/>
                <a:stCxn id="256" idx="5"/>
                <a:endCxn id="254" idx="1"/>
              </p:cNvCxnSpPr>
              <p:nvPr/>
            </p:nvCxnSpPr>
            <p:spPr>
              <a:xfrm>
                <a:off x="8541497" y="1527056"/>
                <a:ext cx="100659" cy="22396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D50ADE28-8E10-4593-8C33-60A26D900C19}"/>
                  </a:ext>
                </a:extLst>
              </p:cNvPr>
              <p:cNvCxnSpPr>
                <a:cxnSpLocks/>
                <a:stCxn id="257" idx="4"/>
                <a:endCxn id="254" idx="0"/>
              </p:cNvCxnSpPr>
              <p:nvPr/>
            </p:nvCxnSpPr>
            <p:spPr>
              <a:xfrm flipH="1">
                <a:off x="8749380" y="1248032"/>
                <a:ext cx="221794" cy="458571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09FD3921-5BDF-4B32-B862-D85D3B38CBB2}"/>
                  </a:ext>
                </a:extLst>
              </p:cNvPr>
              <p:cNvCxnSpPr>
                <a:cxnSpLocks/>
                <a:stCxn id="258" idx="4"/>
                <a:endCxn id="254" idx="7"/>
              </p:cNvCxnSpPr>
              <p:nvPr/>
            </p:nvCxnSpPr>
            <p:spPr>
              <a:xfrm flipH="1">
                <a:off x="8856604" y="1357153"/>
                <a:ext cx="481260" cy="39386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B3831D7C-1F7D-4F49-8E0D-3922A0DE2481}"/>
                  </a:ext>
                </a:extLst>
              </p:cNvPr>
              <p:cNvCxnSpPr>
                <a:cxnSpLocks/>
                <a:stCxn id="259" idx="3"/>
                <a:endCxn id="254" idx="6"/>
              </p:cNvCxnSpPr>
              <p:nvPr/>
            </p:nvCxnSpPr>
            <p:spPr>
              <a:xfrm flipH="1">
                <a:off x="8901018" y="1784895"/>
                <a:ext cx="571800" cy="73345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50AB4BA8-2E67-4DB2-ADAC-8A5CEC0F5298}"/>
                  </a:ext>
                </a:extLst>
              </p:cNvPr>
              <p:cNvCxnSpPr>
                <a:cxnSpLocks/>
                <a:stCxn id="260" idx="2"/>
                <a:endCxn id="254" idx="5"/>
              </p:cNvCxnSpPr>
              <p:nvPr/>
            </p:nvCxnSpPr>
            <p:spPr>
              <a:xfrm flipH="1" flipV="1">
                <a:off x="8856604" y="1965464"/>
                <a:ext cx="473686" cy="196201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61DD10E1-FD2D-4E7B-9131-0D53FB6AD852}"/>
                  </a:ext>
                </a:extLst>
              </p:cNvPr>
              <p:cNvCxnSpPr>
                <a:cxnSpLocks/>
                <a:stCxn id="261" idx="2"/>
                <a:endCxn id="254" idx="4"/>
              </p:cNvCxnSpPr>
              <p:nvPr/>
            </p:nvCxnSpPr>
            <p:spPr>
              <a:xfrm flipH="1" flipV="1">
                <a:off x="8749380" y="2009877"/>
                <a:ext cx="72767" cy="23169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D32A78BC-1739-4FFD-A4CA-470B9F0C1529}"/>
                  </a:ext>
                </a:extLst>
              </p:cNvPr>
              <p:cNvSpPr txBox="1"/>
              <p:nvPr/>
            </p:nvSpPr>
            <p:spPr>
              <a:xfrm>
                <a:off x="7604328" y="1691443"/>
                <a:ext cx="1067386" cy="146383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90000"/>
                  </a:lnSpc>
                  <a:spcBef>
                    <a:spcPct val="0"/>
                  </a:spcBef>
                  <a:buNone/>
                  <a:defRPr sz="1000">
                    <a:solidFill>
                      <a:schemeClr val="accent2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defRPr>
                </a:lvl1pPr>
              </a:lstStyle>
              <a:p>
                <a:r>
                  <a:rPr lang="en-US" dirty="0">
                    <a:solidFill>
                      <a:schemeClr val="accent5"/>
                    </a:solidFill>
                  </a:rPr>
                  <a:t>Attributes</a:t>
                </a:r>
                <a:endParaRPr lang="id-ID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288" name="Title 1">
                <a:extLst>
                  <a:ext uri="{FF2B5EF4-FFF2-40B4-BE49-F238E27FC236}">
                    <a16:creationId xmlns:a16="http://schemas.microsoft.com/office/drawing/2014/main" id="{48C1495E-EFA7-4AAA-B01F-8E0C72587B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89721" y="2276231"/>
                <a:ext cx="1073465" cy="175660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Platforms</a:t>
                </a: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7588BCD3-7EB1-4084-87AD-3F083B5B98D1}"/>
                  </a:ext>
                </a:extLst>
              </p:cNvPr>
              <p:cNvSpPr txBox="1"/>
              <p:nvPr/>
            </p:nvSpPr>
            <p:spPr>
              <a:xfrm>
                <a:off x="7141040" y="1003487"/>
                <a:ext cx="1067386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spcAft>
                    <a:spcPts val="1200"/>
                  </a:spcAft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r>
                  <a:rPr lang="en-US"/>
                  <a:t>Branded</a:t>
                </a:r>
                <a:endParaRPr lang="id-ID" dirty="0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9AFF2177-AF02-4984-8360-60F73F9A04EF}"/>
                  </a:ext>
                </a:extLst>
              </p:cNvPr>
              <p:cNvSpPr txBox="1"/>
              <p:nvPr/>
            </p:nvSpPr>
            <p:spPr>
              <a:xfrm>
                <a:off x="7932151" y="1146013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Collaborative</a:t>
                </a:r>
                <a:endParaRPr lang="id-ID" sz="1050" dirty="0"/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C68B3EDB-2754-473A-8F46-08C545FC7913}"/>
                  </a:ext>
                </a:extLst>
              </p:cNvPr>
              <p:cNvSpPr txBox="1"/>
              <p:nvPr/>
            </p:nvSpPr>
            <p:spPr>
              <a:xfrm>
                <a:off x="8520028" y="781847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Social</a:t>
                </a:r>
                <a:endParaRPr lang="id-ID" sz="1050" dirty="0"/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0DC9C765-308B-4872-A6BB-A6F38677A33E}"/>
                  </a:ext>
                </a:extLst>
              </p:cNvPr>
              <p:cNvSpPr txBox="1"/>
              <p:nvPr/>
            </p:nvSpPr>
            <p:spPr>
              <a:xfrm>
                <a:off x="9345675" y="1175625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Mashups</a:t>
                </a:r>
                <a:endParaRPr lang="id-ID" sz="1050" dirty="0"/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D1B1DDAA-230C-4C23-AD49-EF3DCE06BB10}"/>
                  </a:ext>
                </a:extLst>
              </p:cNvPr>
              <p:cNvSpPr txBox="1"/>
              <p:nvPr/>
            </p:nvSpPr>
            <p:spPr>
              <a:xfrm>
                <a:off x="9492349" y="1617437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Disperse</a:t>
                </a:r>
                <a:endParaRPr lang="id-ID" sz="1050" dirty="0"/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9A5661B6-8F28-4C1F-9B3A-4517225BB914}"/>
                  </a:ext>
                </a:extLst>
              </p:cNvPr>
              <p:cNvSpPr txBox="1"/>
              <p:nvPr/>
            </p:nvSpPr>
            <p:spPr>
              <a:xfrm>
                <a:off x="9524584" y="2051668"/>
                <a:ext cx="874325" cy="26837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Mesh</a:t>
                </a:r>
                <a:endParaRPr lang="id-ID" sz="1050" dirty="0"/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F1A27D0-90DD-444D-9984-A6930082F1A8}"/>
                  </a:ext>
                </a:extLst>
              </p:cNvPr>
              <p:cNvSpPr txBox="1"/>
              <p:nvPr/>
            </p:nvSpPr>
            <p:spPr>
              <a:xfrm>
                <a:off x="8109134" y="2318640"/>
                <a:ext cx="1604844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Access/ Authorization</a:t>
                </a:r>
                <a:endParaRPr lang="id-ID" sz="1050" dirty="0"/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2E0DA0B-19BF-47F8-9090-999F9C0F48BB}"/>
                  </a:ext>
                </a:extLst>
              </p:cNvPr>
              <p:cNvSpPr txBox="1"/>
              <p:nvPr/>
            </p:nvSpPr>
            <p:spPr>
              <a:xfrm>
                <a:off x="7195800" y="2890362"/>
                <a:ext cx="1067386" cy="146383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90000"/>
                  </a:lnSpc>
                  <a:spcBef>
                    <a:spcPct val="0"/>
                  </a:spcBef>
                  <a:buNone/>
                  <a:defRPr sz="1000">
                    <a:solidFill>
                      <a:schemeClr val="accent2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defRPr>
                </a:lvl1pPr>
              </a:lstStyle>
              <a:p>
                <a:r>
                  <a:rPr lang="en-US" dirty="0">
                    <a:solidFill>
                      <a:schemeClr val="accent5"/>
                    </a:solidFill>
                  </a:rPr>
                  <a:t>Mainstream</a:t>
                </a:r>
                <a:endParaRPr lang="id-ID" dirty="0">
                  <a:solidFill>
                    <a:schemeClr val="accent5"/>
                  </a:solidFill>
                </a:endParaRPr>
              </a:p>
            </p:txBody>
          </p:sp>
        </p:grpSp>
        <p:grpSp>
          <p:nvGrpSpPr>
            <p:cNvPr id="526" name="Group 525">
              <a:extLst>
                <a:ext uri="{FF2B5EF4-FFF2-40B4-BE49-F238E27FC236}">
                  <a16:creationId xmlns:a16="http://schemas.microsoft.com/office/drawing/2014/main" id="{ABDAD079-C941-4A69-BE4B-150F4B421E2D}"/>
                </a:ext>
              </a:extLst>
            </p:cNvPr>
            <p:cNvGrpSpPr/>
            <p:nvPr/>
          </p:nvGrpSpPr>
          <p:grpSpPr>
            <a:xfrm>
              <a:off x="6960407" y="2304804"/>
              <a:ext cx="4864800" cy="2255938"/>
              <a:chOff x="6300317" y="2244304"/>
              <a:chExt cx="5141734" cy="2384360"/>
            </a:xfrm>
          </p:grpSpPr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7D29CAD5-2138-4E8B-8BDC-ECB6C480B978}"/>
                  </a:ext>
                </a:extLst>
              </p:cNvPr>
              <p:cNvSpPr txBox="1"/>
              <p:nvPr/>
            </p:nvSpPr>
            <p:spPr>
              <a:xfrm>
                <a:off x="8647614" y="2244304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Journalists</a:t>
                </a:r>
                <a:endParaRPr lang="id-ID" sz="1050" dirty="0"/>
              </a:p>
            </p:txBody>
          </p:sp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DDB6537A-8795-4824-8416-971D223296F2}"/>
                  </a:ext>
                </a:extLst>
              </p:cNvPr>
              <p:cNvSpPr/>
              <p:nvPr/>
            </p:nvSpPr>
            <p:spPr>
              <a:xfrm>
                <a:off x="8796795" y="2955386"/>
                <a:ext cx="880038" cy="88003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14D62ACC-A9FD-4CD3-8D9E-BAB95F284495}"/>
                  </a:ext>
                </a:extLst>
              </p:cNvPr>
              <p:cNvCxnSpPr>
                <a:cxnSpLocks/>
                <a:stCxn id="301" idx="2"/>
                <a:endCxn id="2" idx="6"/>
              </p:cNvCxnSpPr>
              <p:nvPr/>
            </p:nvCxnSpPr>
            <p:spPr>
              <a:xfrm flipH="1">
                <a:off x="6300317" y="3395404"/>
                <a:ext cx="2496478" cy="0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1" name="Oval 380">
                <a:extLst>
                  <a:ext uri="{FF2B5EF4-FFF2-40B4-BE49-F238E27FC236}">
                    <a16:creationId xmlns:a16="http://schemas.microsoft.com/office/drawing/2014/main" id="{2224AC07-3D98-4AF8-BE4A-127B09826B1D}"/>
                  </a:ext>
                </a:extLst>
              </p:cNvPr>
              <p:cNvSpPr/>
              <p:nvPr/>
            </p:nvSpPr>
            <p:spPr>
              <a:xfrm rot="20700000">
                <a:off x="8645490" y="2612924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97" name="Oval 396">
                <a:extLst>
                  <a:ext uri="{FF2B5EF4-FFF2-40B4-BE49-F238E27FC236}">
                    <a16:creationId xmlns:a16="http://schemas.microsoft.com/office/drawing/2014/main" id="{E06AF3F6-6480-40A9-9324-0CB8FAE29694}"/>
                  </a:ext>
                </a:extLst>
              </p:cNvPr>
              <p:cNvSpPr/>
              <p:nvPr/>
            </p:nvSpPr>
            <p:spPr>
              <a:xfrm>
                <a:off x="9035432" y="2493500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C9A7562B-26B0-43B9-BE20-9E0D21E8C497}"/>
                  </a:ext>
                </a:extLst>
              </p:cNvPr>
              <p:cNvSpPr/>
              <p:nvPr/>
            </p:nvSpPr>
            <p:spPr>
              <a:xfrm rot="1800000">
                <a:off x="9438678" y="2541518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99" name="Oval 398">
                <a:extLst>
                  <a:ext uri="{FF2B5EF4-FFF2-40B4-BE49-F238E27FC236}">
                    <a16:creationId xmlns:a16="http://schemas.microsoft.com/office/drawing/2014/main" id="{FCEB280E-8C79-4BAB-A645-E40931A5BB87}"/>
                  </a:ext>
                </a:extLst>
              </p:cNvPr>
              <p:cNvSpPr/>
              <p:nvPr/>
            </p:nvSpPr>
            <p:spPr>
              <a:xfrm rot="1800000">
                <a:off x="9776553" y="2783097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05" name="Oval 404">
                <a:extLst>
                  <a:ext uri="{FF2B5EF4-FFF2-40B4-BE49-F238E27FC236}">
                    <a16:creationId xmlns:a16="http://schemas.microsoft.com/office/drawing/2014/main" id="{95D420B5-C6B4-44BE-A3EC-F409E7DCFD7B}"/>
                  </a:ext>
                </a:extLst>
              </p:cNvPr>
              <p:cNvSpPr/>
              <p:nvPr/>
            </p:nvSpPr>
            <p:spPr>
              <a:xfrm>
                <a:off x="9928008" y="3113139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0F23909D-624C-48DB-901E-0FA650964E59}"/>
                  </a:ext>
                </a:extLst>
              </p:cNvPr>
              <p:cNvSpPr/>
              <p:nvPr/>
            </p:nvSpPr>
            <p:spPr>
              <a:xfrm rot="900000">
                <a:off x="8645490" y="3948429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07" name="Oval 406">
                <a:extLst>
                  <a:ext uri="{FF2B5EF4-FFF2-40B4-BE49-F238E27FC236}">
                    <a16:creationId xmlns:a16="http://schemas.microsoft.com/office/drawing/2014/main" id="{3D01EB02-0D70-4EDB-A755-81FBCBCFD773}"/>
                  </a:ext>
                </a:extLst>
              </p:cNvPr>
              <p:cNvSpPr/>
              <p:nvPr/>
            </p:nvSpPr>
            <p:spPr>
              <a:xfrm>
                <a:off x="9049113" y="4050388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ED91160D-CD64-49E3-8D2B-2BBA0A0BC98B}"/>
                  </a:ext>
                </a:extLst>
              </p:cNvPr>
              <p:cNvSpPr/>
              <p:nvPr/>
            </p:nvSpPr>
            <p:spPr>
              <a:xfrm rot="20700000">
                <a:off x="9412561" y="3972283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29CAB336-65D6-4BEF-BCF1-5E05880B3932}"/>
                  </a:ext>
                </a:extLst>
              </p:cNvPr>
              <p:cNvSpPr/>
              <p:nvPr/>
            </p:nvSpPr>
            <p:spPr>
              <a:xfrm>
                <a:off x="9767056" y="3782434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C3388784-438E-4467-AC34-EA1618B165C9}"/>
                  </a:ext>
                </a:extLst>
              </p:cNvPr>
              <p:cNvSpPr/>
              <p:nvPr/>
            </p:nvSpPr>
            <p:spPr>
              <a:xfrm>
                <a:off x="9928008" y="3452392"/>
                <a:ext cx="303276" cy="303274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CA6573D4-6B47-47DC-B641-6BE035BE3479}"/>
                  </a:ext>
                </a:extLst>
              </p:cNvPr>
              <p:cNvCxnSpPr>
                <a:cxnSpLocks/>
                <a:stCxn id="381" idx="4"/>
                <a:endCxn id="301" idx="1"/>
              </p:cNvCxnSpPr>
              <p:nvPr/>
            </p:nvCxnSpPr>
            <p:spPr>
              <a:xfrm>
                <a:off x="8836375" y="2911031"/>
                <a:ext cx="89299" cy="17323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>
                <a:extLst>
                  <a:ext uri="{FF2B5EF4-FFF2-40B4-BE49-F238E27FC236}">
                    <a16:creationId xmlns:a16="http://schemas.microsoft.com/office/drawing/2014/main" id="{E06D5413-98F2-4185-AB98-D3E759A1CCA5}"/>
                  </a:ext>
                </a:extLst>
              </p:cNvPr>
              <p:cNvCxnSpPr>
                <a:cxnSpLocks/>
                <a:stCxn id="397" idx="4"/>
                <a:endCxn id="301" idx="0"/>
              </p:cNvCxnSpPr>
              <p:nvPr/>
            </p:nvCxnSpPr>
            <p:spPr>
              <a:xfrm>
                <a:off x="9187070" y="2796774"/>
                <a:ext cx="49744" cy="158612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B9F46A60-49A5-4A67-9448-7532A5DEBB5F}"/>
                  </a:ext>
                </a:extLst>
              </p:cNvPr>
              <p:cNvCxnSpPr>
                <a:cxnSpLocks/>
                <a:stCxn id="398" idx="4"/>
              </p:cNvCxnSpPr>
              <p:nvPr/>
            </p:nvCxnSpPr>
            <p:spPr>
              <a:xfrm flipH="1">
                <a:off x="9419890" y="2824476"/>
                <a:ext cx="94608" cy="173171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245CC149-2D92-46EF-BCCB-5C7C7558CD39}"/>
                  </a:ext>
                </a:extLst>
              </p:cNvPr>
              <p:cNvCxnSpPr>
                <a:cxnSpLocks/>
                <a:stCxn id="399" idx="3"/>
                <a:endCxn id="301" idx="7"/>
              </p:cNvCxnSpPr>
              <p:nvPr/>
            </p:nvCxnSpPr>
            <p:spPr>
              <a:xfrm flipH="1">
                <a:off x="9547954" y="2973981"/>
                <a:ext cx="233766" cy="11028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Connector 425">
                <a:extLst>
                  <a:ext uri="{FF2B5EF4-FFF2-40B4-BE49-F238E27FC236}">
                    <a16:creationId xmlns:a16="http://schemas.microsoft.com/office/drawing/2014/main" id="{92FFE003-1959-4C56-9F2B-83689A378A22}"/>
                  </a:ext>
                </a:extLst>
              </p:cNvPr>
              <p:cNvCxnSpPr>
                <a:cxnSpLocks/>
                <a:stCxn id="405" idx="2"/>
              </p:cNvCxnSpPr>
              <p:nvPr/>
            </p:nvCxnSpPr>
            <p:spPr>
              <a:xfrm flipH="1" flipV="1">
                <a:off x="9649975" y="3250895"/>
                <a:ext cx="278033" cy="13881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292A36AD-0C3C-460A-B083-DDBAD4E3F10B}"/>
                  </a:ext>
                </a:extLst>
              </p:cNvPr>
              <p:cNvCxnSpPr>
                <a:cxnSpLocks/>
                <a:stCxn id="410" idx="2"/>
              </p:cNvCxnSpPr>
              <p:nvPr/>
            </p:nvCxnSpPr>
            <p:spPr>
              <a:xfrm flipH="1" flipV="1">
                <a:off x="9619087" y="3567468"/>
                <a:ext cx="308921" cy="36561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432">
                <a:extLst>
                  <a:ext uri="{FF2B5EF4-FFF2-40B4-BE49-F238E27FC236}">
                    <a16:creationId xmlns:a16="http://schemas.microsoft.com/office/drawing/2014/main" id="{ED7895E6-330C-4A53-8159-DF337EB1B3B2}"/>
                  </a:ext>
                </a:extLst>
              </p:cNvPr>
              <p:cNvCxnSpPr>
                <a:cxnSpLocks/>
                <a:stCxn id="406" idx="0"/>
                <a:endCxn id="301" idx="3"/>
              </p:cNvCxnSpPr>
              <p:nvPr/>
            </p:nvCxnSpPr>
            <p:spPr>
              <a:xfrm flipV="1">
                <a:off x="8836375" y="3706544"/>
                <a:ext cx="89299" cy="247052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Straight Connector 436">
                <a:extLst>
                  <a:ext uri="{FF2B5EF4-FFF2-40B4-BE49-F238E27FC236}">
                    <a16:creationId xmlns:a16="http://schemas.microsoft.com/office/drawing/2014/main" id="{E79B0E2C-D823-4980-BF54-172FE1E595D2}"/>
                  </a:ext>
                </a:extLst>
              </p:cNvPr>
              <p:cNvCxnSpPr>
                <a:cxnSpLocks/>
                <a:stCxn id="407" idx="0"/>
                <a:endCxn id="301" idx="4"/>
              </p:cNvCxnSpPr>
              <p:nvPr/>
            </p:nvCxnSpPr>
            <p:spPr>
              <a:xfrm flipV="1">
                <a:off x="9200751" y="3835422"/>
                <a:ext cx="36063" cy="214966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439">
                <a:extLst>
                  <a:ext uri="{FF2B5EF4-FFF2-40B4-BE49-F238E27FC236}">
                    <a16:creationId xmlns:a16="http://schemas.microsoft.com/office/drawing/2014/main" id="{F74FF931-6F52-4758-938E-16EE95D66E1E}"/>
                  </a:ext>
                </a:extLst>
              </p:cNvPr>
              <p:cNvCxnSpPr>
                <a:cxnSpLocks/>
                <a:stCxn id="408" idx="0"/>
              </p:cNvCxnSpPr>
              <p:nvPr/>
            </p:nvCxnSpPr>
            <p:spPr>
              <a:xfrm flipH="1" flipV="1">
                <a:off x="9388107" y="3782435"/>
                <a:ext cx="136845" cy="195015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Straight Connector 443">
                <a:extLst>
                  <a:ext uri="{FF2B5EF4-FFF2-40B4-BE49-F238E27FC236}">
                    <a16:creationId xmlns:a16="http://schemas.microsoft.com/office/drawing/2014/main" id="{1300E1EC-DE7D-4D37-AEDF-32D1CE5B9C51}"/>
                  </a:ext>
                </a:extLst>
              </p:cNvPr>
              <p:cNvCxnSpPr>
                <a:cxnSpLocks/>
                <a:stCxn id="409" idx="1"/>
                <a:endCxn id="301" idx="5"/>
              </p:cNvCxnSpPr>
              <p:nvPr/>
            </p:nvCxnSpPr>
            <p:spPr>
              <a:xfrm flipH="1" flipV="1">
                <a:off x="9547954" y="3706544"/>
                <a:ext cx="263516" cy="12030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9" name="Title 1">
                <a:extLst>
                  <a:ext uri="{FF2B5EF4-FFF2-40B4-BE49-F238E27FC236}">
                    <a16:creationId xmlns:a16="http://schemas.microsoft.com/office/drawing/2014/main" id="{EA83578E-EFDD-426C-A97F-BC5424125A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00082" y="3287750"/>
                <a:ext cx="1073465" cy="175660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200" dirty="0">
                    <a:solidFill>
                      <a:schemeClr val="accent6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Influencers</a:t>
                </a:r>
              </a:p>
            </p:txBody>
          </p:sp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27106841-C031-4D72-A389-44914F6F15EA}"/>
                  </a:ext>
                </a:extLst>
              </p:cNvPr>
              <p:cNvSpPr txBox="1"/>
              <p:nvPr/>
            </p:nvSpPr>
            <p:spPr>
              <a:xfrm>
                <a:off x="8191353" y="2350143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Celebrities</a:t>
                </a:r>
                <a:endParaRPr lang="id-ID" sz="1050" dirty="0"/>
              </a:p>
            </p:txBody>
          </p:sp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A14BF5A5-86EF-463E-8CE2-EF7D8479A63E}"/>
                  </a:ext>
                </a:extLst>
              </p:cNvPr>
              <p:cNvSpPr txBox="1"/>
              <p:nvPr/>
            </p:nvSpPr>
            <p:spPr>
              <a:xfrm>
                <a:off x="9641495" y="2487116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Professionals</a:t>
                </a:r>
                <a:endParaRPr lang="id-ID" sz="1050" dirty="0"/>
              </a:p>
            </p:txBody>
          </p:sp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6F44B8CA-FA9B-4178-A487-C11C5B56AFBD}"/>
                  </a:ext>
                </a:extLst>
              </p:cNvPr>
              <p:cNvSpPr txBox="1"/>
              <p:nvPr/>
            </p:nvSpPr>
            <p:spPr>
              <a:xfrm>
                <a:off x="9870307" y="2814495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Analysts</a:t>
                </a:r>
                <a:endParaRPr lang="id-ID" sz="1050" dirty="0"/>
              </a:p>
            </p:txBody>
          </p:sp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FC1A1300-86C4-4383-B13B-6AFD86DA1486}"/>
                  </a:ext>
                </a:extLst>
              </p:cNvPr>
              <p:cNvSpPr txBox="1"/>
              <p:nvPr/>
            </p:nvSpPr>
            <p:spPr>
              <a:xfrm>
                <a:off x="10070332" y="3141874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Academia</a:t>
                </a:r>
                <a:endParaRPr lang="id-ID" sz="1050" dirty="0"/>
              </a:p>
            </p:txBody>
          </p:sp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F64F4775-8251-4674-8369-B06159DCEDC6}"/>
                  </a:ext>
                </a:extLst>
              </p:cNvPr>
              <p:cNvSpPr txBox="1"/>
              <p:nvPr/>
            </p:nvSpPr>
            <p:spPr>
              <a:xfrm>
                <a:off x="10242403" y="3477071"/>
                <a:ext cx="119964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Senior Executives</a:t>
                </a:r>
                <a:endParaRPr lang="id-ID" sz="1050" dirty="0"/>
              </a:p>
            </p:txBody>
          </p: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7B9B285D-49FE-4DC4-B3A2-9985DA93F0F0}"/>
                  </a:ext>
                </a:extLst>
              </p:cNvPr>
              <p:cNvSpPr txBox="1"/>
              <p:nvPr/>
            </p:nvSpPr>
            <p:spPr>
              <a:xfrm>
                <a:off x="9951910" y="3828235"/>
                <a:ext cx="119964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Policy Makers</a:t>
                </a:r>
                <a:endParaRPr lang="id-ID" sz="1050" dirty="0"/>
              </a:p>
            </p:txBody>
          </p:sp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30CBB42E-D3D2-4876-BF38-5F5E3313B29A}"/>
                  </a:ext>
                </a:extLst>
              </p:cNvPr>
              <p:cNvSpPr txBox="1"/>
              <p:nvPr/>
            </p:nvSpPr>
            <p:spPr>
              <a:xfrm>
                <a:off x="9380705" y="4196556"/>
                <a:ext cx="119964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Evangelists</a:t>
                </a:r>
                <a:endParaRPr lang="id-ID" sz="1050" dirty="0"/>
              </a:p>
            </p:txBody>
          </p:sp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33831888-842B-4814-B584-BF257D339368}"/>
                  </a:ext>
                </a:extLst>
              </p:cNvPr>
              <p:cNvSpPr txBox="1"/>
              <p:nvPr/>
            </p:nvSpPr>
            <p:spPr>
              <a:xfrm>
                <a:off x="8636990" y="4374748"/>
                <a:ext cx="119964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Consumers</a:t>
                </a:r>
                <a:endParaRPr lang="id-ID" sz="1050" dirty="0"/>
              </a:p>
            </p:txBody>
          </p:sp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CAF9481B-67D0-4042-BBAE-2C2A58D1B6F9}"/>
                  </a:ext>
                </a:extLst>
              </p:cNvPr>
              <p:cNvSpPr txBox="1"/>
              <p:nvPr/>
            </p:nvSpPr>
            <p:spPr>
              <a:xfrm>
                <a:off x="8207769" y="4231965"/>
                <a:ext cx="119964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Experts</a:t>
                </a:r>
                <a:endParaRPr lang="id-ID" sz="1050" dirty="0"/>
              </a:p>
            </p:txBody>
          </p:sp>
        </p:grpSp>
        <p:grpSp>
          <p:nvGrpSpPr>
            <p:cNvPr id="530" name="Group 529">
              <a:extLst>
                <a:ext uri="{FF2B5EF4-FFF2-40B4-BE49-F238E27FC236}">
                  <a16:creationId xmlns:a16="http://schemas.microsoft.com/office/drawing/2014/main" id="{6EADA78F-4CF2-49EF-A565-DDE8D2AA2229}"/>
                </a:ext>
              </a:extLst>
            </p:cNvPr>
            <p:cNvGrpSpPr/>
            <p:nvPr/>
          </p:nvGrpSpPr>
          <p:grpSpPr>
            <a:xfrm>
              <a:off x="6769111" y="3855735"/>
              <a:ext cx="3074015" cy="2366832"/>
              <a:chOff x="6436835" y="3883523"/>
              <a:chExt cx="3249007" cy="2501567"/>
            </a:xfrm>
          </p:grpSpPr>
          <p:sp>
            <p:nvSpPr>
              <p:cNvPr id="477" name="Oval 476">
                <a:extLst>
                  <a:ext uri="{FF2B5EF4-FFF2-40B4-BE49-F238E27FC236}">
                    <a16:creationId xmlns:a16="http://schemas.microsoft.com/office/drawing/2014/main" id="{A3F0C575-5F13-4413-9D96-4F5ECBB2F9F6}"/>
                  </a:ext>
                </a:extLst>
              </p:cNvPr>
              <p:cNvSpPr/>
              <p:nvPr/>
            </p:nvSpPr>
            <p:spPr>
              <a:xfrm rot="900000">
                <a:off x="7149285" y="4729141"/>
                <a:ext cx="880038" cy="88003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478" name="Straight Connector 477">
                <a:extLst>
                  <a:ext uri="{FF2B5EF4-FFF2-40B4-BE49-F238E27FC236}">
                    <a16:creationId xmlns:a16="http://schemas.microsoft.com/office/drawing/2014/main" id="{686D318D-0D90-4069-AF4F-C7D68D976503}"/>
                  </a:ext>
                </a:extLst>
              </p:cNvPr>
              <p:cNvCxnSpPr>
                <a:cxnSpLocks/>
                <a:stCxn id="477" idx="1"/>
                <a:endCxn id="2" idx="5"/>
              </p:cNvCxnSpPr>
              <p:nvPr/>
            </p:nvCxnSpPr>
            <p:spPr>
              <a:xfrm flipH="1" flipV="1">
                <a:off x="6436835" y="3883523"/>
                <a:ext cx="932460" cy="90456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0" name="Oval 479">
                <a:extLst>
                  <a:ext uri="{FF2B5EF4-FFF2-40B4-BE49-F238E27FC236}">
                    <a16:creationId xmlns:a16="http://schemas.microsoft.com/office/drawing/2014/main" id="{A529A2C1-58C5-4D20-8BAC-4AE440C50FDE}"/>
                  </a:ext>
                </a:extLst>
              </p:cNvPr>
              <p:cNvSpPr/>
              <p:nvPr/>
            </p:nvSpPr>
            <p:spPr>
              <a:xfrm rot="900000">
                <a:off x="7583801" y="4279945"/>
                <a:ext cx="303276" cy="30327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64A5835F-E508-4B8A-85B1-6B2012704445}"/>
                  </a:ext>
                </a:extLst>
              </p:cNvPr>
              <p:cNvSpPr/>
              <p:nvPr/>
            </p:nvSpPr>
            <p:spPr>
              <a:xfrm rot="2700000">
                <a:off x="7960878" y="4430695"/>
                <a:ext cx="303276" cy="30327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EC175010-FFF6-42B5-9DEA-36A30118D18D}"/>
                  </a:ext>
                </a:extLst>
              </p:cNvPr>
              <p:cNvSpPr/>
              <p:nvPr/>
            </p:nvSpPr>
            <p:spPr>
              <a:xfrm rot="2700000">
                <a:off x="8224715" y="4751491"/>
                <a:ext cx="303276" cy="30327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83" name="Oval 482">
                <a:extLst>
                  <a:ext uri="{FF2B5EF4-FFF2-40B4-BE49-F238E27FC236}">
                    <a16:creationId xmlns:a16="http://schemas.microsoft.com/office/drawing/2014/main" id="{DF6E23AC-B45C-4BD8-B53A-40580309C38C}"/>
                  </a:ext>
                </a:extLst>
              </p:cNvPr>
              <p:cNvSpPr/>
              <p:nvPr/>
            </p:nvSpPr>
            <p:spPr>
              <a:xfrm rot="900000">
                <a:off x="8285588" y="5109486"/>
                <a:ext cx="303276" cy="30327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86" name="Oval 485">
                <a:extLst>
                  <a:ext uri="{FF2B5EF4-FFF2-40B4-BE49-F238E27FC236}">
                    <a16:creationId xmlns:a16="http://schemas.microsoft.com/office/drawing/2014/main" id="{2CABC36A-8087-4E05-9F24-F9FCF56B3F3A}"/>
                  </a:ext>
                </a:extLst>
              </p:cNvPr>
              <p:cNvSpPr/>
              <p:nvPr/>
            </p:nvSpPr>
            <p:spPr>
              <a:xfrm>
                <a:off x="7565342" y="5805948"/>
                <a:ext cx="303276" cy="30327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87" name="Oval 486">
                <a:extLst>
                  <a:ext uri="{FF2B5EF4-FFF2-40B4-BE49-F238E27FC236}">
                    <a16:creationId xmlns:a16="http://schemas.microsoft.com/office/drawing/2014/main" id="{C31C8BAB-A54E-4F6B-B621-7CCFB3CF344C}"/>
                  </a:ext>
                </a:extLst>
              </p:cNvPr>
              <p:cNvSpPr/>
              <p:nvPr/>
            </p:nvSpPr>
            <p:spPr>
              <a:xfrm rot="900000">
                <a:off x="7956894" y="5714318"/>
                <a:ext cx="303276" cy="30327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88" name="Oval 487">
                <a:extLst>
                  <a:ext uri="{FF2B5EF4-FFF2-40B4-BE49-F238E27FC236}">
                    <a16:creationId xmlns:a16="http://schemas.microsoft.com/office/drawing/2014/main" id="{85C881AC-8D52-45F7-AE45-8C6F3D6FC39D}"/>
                  </a:ext>
                </a:extLst>
              </p:cNvPr>
              <p:cNvSpPr/>
              <p:nvPr/>
            </p:nvSpPr>
            <p:spPr>
              <a:xfrm rot="900000">
                <a:off x="8197783" y="5437180"/>
                <a:ext cx="303276" cy="30327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noFill/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490" name="Straight Connector 489">
                <a:extLst>
                  <a:ext uri="{FF2B5EF4-FFF2-40B4-BE49-F238E27FC236}">
                    <a16:creationId xmlns:a16="http://schemas.microsoft.com/office/drawing/2014/main" id="{B9F3439D-9185-4829-A6C1-4A3FBCFAE1C1}"/>
                  </a:ext>
                </a:extLst>
              </p:cNvPr>
              <p:cNvCxnSpPr>
                <a:cxnSpLocks/>
                <a:stCxn id="480" idx="4"/>
                <a:endCxn id="477" idx="0"/>
              </p:cNvCxnSpPr>
              <p:nvPr/>
            </p:nvCxnSpPr>
            <p:spPr>
              <a:xfrm rot="900000">
                <a:off x="7674819" y="4581788"/>
                <a:ext cx="49744" cy="158612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Connector 490">
                <a:extLst>
                  <a:ext uri="{FF2B5EF4-FFF2-40B4-BE49-F238E27FC236}">
                    <a16:creationId xmlns:a16="http://schemas.microsoft.com/office/drawing/2014/main" id="{8ACE4BF3-518D-49DD-A663-5D067F196928}"/>
                  </a:ext>
                </a:extLst>
              </p:cNvPr>
              <p:cNvCxnSpPr>
                <a:cxnSpLocks/>
                <a:stCxn id="481" idx="4"/>
              </p:cNvCxnSpPr>
              <p:nvPr/>
            </p:nvCxnSpPr>
            <p:spPr>
              <a:xfrm rot="900000" flipH="1">
                <a:off x="7889887" y="4674362"/>
                <a:ext cx="94608" cy="173171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Connector 491">
                <a:extLst>
                  <a:ext uri="{FF2B5EF4-FFF2-40B4-BE49-F238E27FC236}">
                    <a16:creationId xmlns:a16="http://schemas.microsoft.com/office/drawing/2014/main" id="{D3964D56-59FF-4273-A414-021ED16A677E}"/>
                  </a:ext>
                </a:extLst>
              </p:cNvPr>
              <p:cNvCxnSpPr>
                <a:cxnSpLocks/>
                <a:stCxn id="482" idx="3"/>
                <a:endCxn id="477" idx="7"/>
              </p:cNvCxnSpPr>
              <p:nvPr/>
            </p:nvCxnSpPr>
            <p:spPr>
              <a:xfrm rot="900000" flipH="1">
                <a:off x="7980660" y="4870998"/>
                <a:ext cx="233766" cy="11028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Connector 492">
                <a:extLst>
                  <a:ext uri="{FF2B5EF4-FFF2-40B4-BE49-F238E27FC236}">
                    <a16:creationId xmlns:a16="http://schemas.microsoft.com/office/drawing/2014/main" id="{01C1469C-184E-4CA3-AC5F-A5FDE228A70B}"/>
                  </a:ext>
                </a:extLst>
              </p:cNvPr>
              <p:cNvCxnSpPr>
                <a:cxnSpLocks/>
                <a:stCxn id="483" idx="2"/>
              </p:cNvCxnSpPr>
              <p:nvPr/>
            </p:nvCxnSpPr>
            <p:spPr>
              <a:xfrm rot="900000" flipH="1" flipV="1">
                <a:off x="8019256" y="5172252"/>
                <a:ext cx="278033" cy="13881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Connector 493">
                <a:extLst>
                  <a:ext uri="{FF2B5EF4-FFF2-40B4-BE49-F238E27FC236}">
                    <a16:creationId xmlns:a16="http://schemas.microsoft.com/office/drawing/2014/main" id="{0F6ECD0E-BE59-4F74-9043-66EB2526825D}"/>
                  </a:ext>
                </a:extLst>
              </p:cNvPr>
              <p:cNvCxnSpPr>
                <a:cxnSpLocks/>
                <a:stCxn id="488" idx="2"/>
              </p:cNvCxnSpPr>
              <p:nvPr/>
            </p:nvCxnSpPr>
            <p:spPr>
              <a:xfrm rot="900000" flipH="1" flipV="1">
                <a:off x="7904024" y="5473654"/>
                <a:ext cx="308921" cy="36561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Connector 496">
                <a:extLst>
                  <a:ext uri="{FF2B5EF4-FFF2-40B4-BE49-F238E27FC236}">
                    <a16:creationId xmlns:a16="http://schemas.microsoft.com/office/drawing/2014/main" id="{28786A4F-1F7E-4F6B-ACF0-8D4F58057D83}"/>
                  </a:ext>
                </a:extLst>
              </p:cNvPr>
              <p:cNvCxnSpPr>
                <a:cxnSpLocks/>
                <a:stCxn id="486" idx="0"/>
              </p:cNvCxnSpPr>
              <p:nvPr/>
            </p:nvCxnSpPr>
            <p:spPr>
              <a:xfrm rot="900000" flipH="1" flipV="1">
                <a:off x="7607703" y="5596547"/>
                <a:ext cx="136845" cy="195015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Connector 497">
                <a:extLst>
                  <a:ext uri="{FF2B5EF4-FFF2-40B4-BE49-F238E27FC236}">
                    <a16:creationId xmlns:a16="http://schemas.microsoft.com/office/drawing/2014/main" id="{C65C1374-FB5B-4429-810A-EF97F48DED10}"/>
                  </a:ext>
                </a:extLst>
              </p:cNvPr>
              <p:cNvCxnSpPr>
                <a:cxnSpLocks/>
                <a:stCxn id="487" idx="1"/>
                <a:endCxn id="477" idx="5"/>
              </p:cNvCxnSpPr>
              <p:nvPr/>
            </p:nvCxnSpPr>
            <p:spPr>
              <a:xfrm rot="900000" flipH="1" flipV="1">
                <a:off x="7789256" y="5582278"/>
                <a:ext cx="263516" cy="12030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9" name="Title 1">
                <a:extLst>
                  <a:ext uri="{FF2B5EF4-FFF2-40B4-BE49-F238E27FC236}">
                    <a16:creationId xmlns:a16="http://schemas.microsoft.com/office/drawing/2014/main" id="{1B29FDAB-AACC-4631-B385-6B771ECF4B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58927" y="5062343"/>
                <a:ext cx="1073465" cy="175660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200" dirty="0">
                    <a:solidFill>
                      <a:schemeClr val="bg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Multipliers</a:t>
                </a:r>
              </a:p>
            </p:txBody>
          </p:sp>
          <p:sp>
            <p:nvSpPr>
              <p:cNvPr id="501" name="TextBox 500">
                <a:extLst>
                  <a:ext uri="{FF2B5EF4-FFF2-40B4-BE49-F238E27FC236}">
                    <a16:creationId xmlns:a16="http://schemas.microsoft.com/office/drawing/2014/main" id="{CE75AA34-2CF9-48D9-926B-51020F048B81}"/>
                  </a:ext>
                </a:extLst>
              </p:cNvPr>
              <p:cNvSpPr txBox="1"/>
              <p:nvPr/>
            </p:nvSpPr>
            <p:spPr>
              <a:xfrm>
                <a:off x="8164234" y="4445929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Microblogs</a:t>
                </a:r>
                <a:endParaRPr lang="id-ID" sz="1050" dirty="0"/>
              </a:p>
            </p:txBody>
          </p:sp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43E25677-16DE-4CB3-AE84-37D24481A95D}"/>
                  </a:ext>
                </a:extLst>
              </p:cNvPr>
              <p:cNvSpPr txBox="1"/>
              <p:nvPr/>
            </p:nvSpPr>
            <p:spPr>
              <a:xfrm>
                <a:off x="8300517" y="4761090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Forums</a:t>
                </a:r>
                <a:endParaRPr lang="id-ID" sz="1050" dirty="0"/>
              </a:p>
            </p:txBody>
          </p:sp>
          <p:sp>
            <p:nvSpPr>
              <p:cNvPr id="503" name="TextBox 502">
                <a:extLst>
                  <a:ext uri="{FF2B5EF4-FFF2-40B4-BE49-F238E27FC236}">
                    <a16:creationId xmlns:a16="http://schemas.microsoft.com/office/drawing/2014/main" id="{80D1D1F9-8FBE-4CFA-B677-16D8DE729C99}"/>
                  </a:ext>
                </a:extLst>
              </p:cNvPr>
              <p:cNvSpPr txBox="1"/>
              <p:nvPr/>
            </p:nvSpPr>
            <p:spPr>
              <a:xfrm>
                <a:off x="8408995" y="5144136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Groups</a:t>
                </a:r>
                <a:endParaRPr lang="id-ID" sz="1050" dirty="0"/>
              </a:p>
            </p:txBody>
          </p:sp>
          <p:sp>
            <p:nvSpPr>
              <p:cNvPr id="504" name="TextBox 503">
                <a:extLst>
                  <a:ext uri="{FF2B5EF4-FFF2-40B4-BE49-F238E27FC236}">
                    <a16:creationId xmlns:a16="http://schemas.microsoft.com/office/drawing/2014/main" id="{BCACE02F-DAA5-4630-918C-327E612DB954}"/>
                  </a:ext>
                </a:extLst>
              </p:cNvPr>
              <p:cNvSpPr txBox="1"/>
              <p:nvPr/>
            </p:nvSpPr>
            <p:spPr>
              <a:xfrm>
                <a:off x="8486194" y="5468150"/>
                <a:ext cx="119964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Conferences</a:t>
                </a:r>
                <a:endParaRPr lang="id-ID" sz="1050" dirty="0"/>
              </a:p>
            </p:txBody>
          </p:sp>
          <p:sp>
            <p:nvSpPr>
              <p:cNvPr id="505" name="TextBox 504">
                <a:extLst>
                  <a:ext uri="{FF2B5EF4-FFF2-40B4-BE49-F238E27FC236}">
                    <a16:creationId xmlns:a16="http://schemas.microsoft.com/office/drawing/2014/main" id="{EF2DAEFC-AFA0-41D6-BA8B-27490D7C0AB5}"/>
                  </a:ext>
                </a:extLst>
              </p:cNvPr>
              <p:cNvSpPr txBox="1"/>
              <p:nvPr/>
            </p:nvSpPr>
            <p:spPr>
              <a:xfrm>
                <a:off x="8114711" y="5793534"/>
                <a:ext cx="119964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Associations</a:t>
                </a:r>
                <a:endParaRPr lang="id-ID" sz="1050" dirty="0"/>
              </a:p>
            </p:txBody>
          </p:sp>
          <p:sp>
            <p:nvSpPr>
              <p:cNvPr id="506" name="TextBox 505">
                <a:extLst>
                  <a:ext uri="{FF2B5EF4-FFF2-40B4-BE49-F238E27FC236}">
                    <a16:creationId xmlns:a16="http://schemas.microsoft.com/office/drawing/2014/main" id="{54336874-878C-42F8-9471-1B7F2336AE3C}"/>
                  </a:ext>
                </a:extLst>
              </p:cNvPr>
              <p:cNvSpPr txBox="1"/>
              <p:nvPr/>
            </p:nvSpPr>
            <p:spPr>
              <a:xfrm>
                <a:off x="7467641" y="6131174"/>
                <a:ext cx="119964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Publication</a:t>
                </a:r>
                <a:endParaRPr lang="id-ID" sz="1050" dirty="0"/>
              </a:p>
            </p:txBody>
          </p:sp>
          <p:sp>
            <p:nvSpPr>
              <p:cNvPr id="528" name="TextBox 527">
                <a:extLst>
                  <a:ext uri="{FF2B5EF4-FFF2-40B4-BE49-F238E27FC236}">
                    <a16:creationId xmlns:a16="http://schemas.microsoft.com/office/drawing/2014/main" id="{FE93B9B1-85DF-4433-AE67-4D411C7A1E0E}"/>
                  </a:ext>
                </a:extLst>
              </p:cNvPr>
              <p:cNvSpPr txBox="1"/>
              <p:nvPr/>
            </p:nvSpPr>
            <p:spPr>
              <a:xfrm>
                <a:off x="7566519" y="4034810"/>
                <a:ext cx="1067386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</a:defRPr>
                </a:lvl1pPr>
              </a:lstStyle>
              <a:p>
                <a:pPr algn="ctr">
                  <a:spcAft>
                    <a:spcPts val="1200"/>
                  </a:spcAft>
                </a:pPr>
                <a:r>
                  <a:rPr lang="en-US" sz="1050" dirty="0"/>
                  <a:t>Blogs</a:t>
                </a:r>
                <a:endParaRPr lang="id-ID" sz="1050" dirty="0"/>
              </a:p>
            </p:txBody>
          </p:sp>
        </p:grpSp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34828CB1-643A-4AA9-9C45-F9C0E9EE2894}"/>
                </a:ext>
              </a:extLst>
            </p:cNvPr>
            <p:cNvGrpSpPr/>
            <p:nvPr/>
          </p:nvGrpSpPr>
          <p:grpSpPr>
            <a:xfrm>
              <a:off x="2651802" y="3855735"/>
              <a:ext cx="4765690" cy="2333998"/>
              <a:chOff x="2085144" y="3883523"/>
              <a:chExt cx="5036982" cy="2466864"/>
            </a:xfrm>
          </p:grpSpPr>
          <p:sp>
            <p:nvSpPr>
              <p:cNvPr id="531" name="Oval 530">
                <a:extLst>
                  <a:ext uri="{FF2B5EF4-FFF2-40B4-BE49-F238E27FC236}">
                    <a16:creationId xmlns:a16="http://schemas.microsoft.com/office/drawing/2014/main" id="{711A4B40-7830-4EB2-8441-98AF7A4875F0}"/>
                  </a:ext>
                </a:extLst>
              </p:cNvPr>
              <p:cNvSpPr/>
              <p:nvPr/>
            </p:nvSpPr>
            <p:spPr>
              <a:xfrm rot="3600000">
                <a:off x="4157712" y="4696490"/>
                <a:ext cx="880038" cy="88003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  <a:effectLst>
                <a:outerShdw blurRad="317500" dist="1270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532" name="Straight Connector 531">
                <a:extLst>
                  <a:ext uri="{FF2B5EF4-FFF2-40B4-BE49-F238E27FC236}">
                    <a16:creationId xmlns:a16="http://schemas.microsoft.com/office/drawing/2014/main" id="{0D501E67-95B1-4A0D-85FF-394719AB0822}"/>
                  </a:ext>
                </a:extLst>
              </p:cNvPr>
              <p:cNvCxnSpPr>
                <a:cxnSpLocks/>
                <a:stCxn id="531" idx="1"/>
                <a:endCxn id="2" idx="3"/>
              </p:cNvCxnSpPr>
              <p:nvPr/>
            </p:nvCxnSpPr>
            <p:spPr>
              <a:xfrm flipV="1">
                <a:off x="4711616" y="3883523"/>
                <a:ext cx="748981" cy="82796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84" name="Group 583">
                <a:extLst>
                  <a:ext uri="{FF2B5EF4-FFF2-40B4-BE49-F238E27FC236}">
                    <a16:creationId xmlns:a16="http://schemas.microsoft.com/office/drawing/2014/main" id="{707142E4-4BFD-4420-9ECB-830C87875882}"/>
                  </a:ext>
                </a:extLst>
              </p:cNvPr>
              <p:cNvGrpSpPr/>
              <p:nvPr/>
            </p:nvGrpSpPr>
            <p:grpSpPr>
              <a:xfrm>
                <a:off x="5022756" y="5035026"/>
                <a:ext cx="2099370" cy="1291053"/>
                <a:chOff x="4795346" y="4933033"/>
                <a:chExt cx="2099370" cy="1291053"/>
              </a:xfrm>
            </p:grpSpPr>
            <p:sp>
              <p:nvSpPr>
                <p:cNvPr id="552" name="Title 1">
                  <a:extLst>
                    <a:ext uri="{FF2B5EF4-FFF2-40B4-BE49-F238E27FC236}">
                      <a16:creationId xmlns:a16="http://schemas.microsoft.com/office/drawing/2014/main" id="{604528A1-73BA-4CC6-9A40-3256796677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888611" y="5931318"/>
                  <a:ext cx="692529" cy="29276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3200" kern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ea typeface="+mj-ea"/>
                      <a:cs typeface="Segoe UI" panose="020B0502040204020203" pitchFamily="34" charset="0"/>
                    </a:defRPr>
                  </a:lvl1pPr>
                </a:lstStyle>
                <a:p>
                  <a:pPr algn="ctr"/>
                  <a:r>
                    <a:rPr lang="en-US" sz="1000" dirty="0">
                      <a:solidFill>
                        <a:schemeClr val="accent1"/>
                      </a:solidFill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Social Influence</a:t>
                  </a:r>
                </a:p>
              </p:txBody>
            </p:sp>
            <p:sp>
              <p:nvSpPr>
                <p:cNvPr id="543" name="Oval 542">
                  <a:extLst>
                    <a:ext uri="{FF2B5EF4-FFF2-40B4-BE49-F238E27FC236}">
                      <a16:creationId xmlns:a16="http://schemas.microsoft.com/office/drawing/2014/main" id="{0C332C73-C843-49B1-9E58-C836674D1670}"/>
                    </a:ext>
                  </a:extLst>
                </p:cNvPr>
                <p:cNvSpPr/>
                <p:nvPr/>
              </p:nvSpPr>
              <p:spPr>
                <a:xfrm rot="11700000">
                  <a:off x="5183545" y="5209612"/>
                  <a:ext cx="303276" cy="303274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  <a:effectLst>
                  <a:outerShdw blurRad="317500" dist="127000" dir="5400000" algn="t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cxnSp>
              <p:nvCxnSpPr>
                <p:cNvPr id="544" name="Straight Connector 543">
                  <a:extLst>
                    <a:ext uri="{FF2B5EF4-FFF2-40B4-BE49-F238E27FC236}">
                      <a16:creationId xmlns:a16="http://schemas.microsoft.com/office/drawing/2014/main" id="{2D61B4A1-A24B-440C-BE33-6F4ACCAAE802}"/>
                    </a:ext>
                  </a:extLst>
                </p:cNvPr>
                <p:cNvCxnSpPr>
                  <a:cxnSpLocks/>
                  <a:stCxn id="543" idx="6"/>
                  <a:endCxn id="531" idx="7"/>
                </p:cNvCxnSpPr>
                <p:nvPr/>
              </p:nvCxnSpPr>
              <p:spPr>
                <a:xfrm flipH="1" flipV="1">
                  <a:off x="4795346" y="5148400"/>
                  <a:ext cx="393366" cy="173602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Straight Connector 544">
                  <a:extLst>
                    <a:ext uri="{FF2B5EF4-FFF2-40B4-BE49-F238E27FC236}">
                      <a16:creationId xmlns:a16="http://schemas.microsoft.com/office/drawing/2014/main" id="{ACC01A88-A3CB-4AAC-9278-C1A3A94534F7}"/>
                    </a:ext>
                  </a:extLst>
                </p:cNvPr>
                <p:cNvCxnSpPr>
                  <a:cxnSpLocks/>
                  <a:stCxn id="546" idx="5"/>
                  <a:endCxn id="543" idx="1"/>
                </p:cNvCxnSpPr>
                <p:nvPr/>
              </p:nvCxnSpPr>
              <p:spPr>
                <a:xfrm rot="11700000">
                  <a:off x="5380495" y="5508172"/>
                  <a:ext cx="149008" cy="2161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6" name="Oval 545">
                  <a:extLst>
                    <a:ext uri="{FF2B5EF4-FFF2-40B4-BE49-F238E27FC236}">
                      <a16:creationId xmlns:a16="http://schemas.microsoft.com/office/drawing/2014/main" id="{B1638EC7-F867-470B-9903-785DED807B52}"/>
                    </a:ext>
                  </a:extLst>
                </p:cNvPr>
                <p:cNvSpPr/>
                <p:nvPr/>
              </p:nvSpPr>
              <p:spPr>
                <a:xfrm rot="12600000">
                  <a:off x="5454319" y="5737838"/>
                  <a:ext cx="120556" cy="120556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  <a:effectLst>
                  <a:outerShdw blurRad="317500" dist="127000" dir="5400000" algn="t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47" name="Oval 546">
                  <a:extLst>
                    <a:ext uri="{FF2B5EF4-FFF2-40B4-BE49-F238E27FC236}">
                      <a16:creationId xmlns:a16="http://schemas.microsoft.com/office/drawing/2014/main" id="{A809828F-D8A8-4254-9F0A-CFF291F11E05}"/>
                    </a:ext>
                  </a:extLst>
                </p:cNvPr>
                <p:cNvSpPr/>
                <p:nvPr/>
              </p:nvSpPr>
              <p:spPr>
                <a:xfrm rot="11700000">
                  <a:off x="5774789" y="5122142"/>
                  <a:ext cx="120556" cy="120556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  <a:effectLst>
                  <a:outerShdw blurRad="317500" dist="127000" dir="5400000" algn="t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48" name="Oval 547">
                  <a:extLst>
                    <a:ext uri="{FF2B5EF4-FFF2-40B4-BE49-F238E27FC236}">
                      <a16:creationId xmlns:a16="http://schemas.microsoft.com/office/drawing/2014/main" id="{D82FA932-8A68-4571-A08E-144BC1064819}"/>
                    </a:ext>
                  </a:extLst>
                </p:cNvPr>
                <p:cNvSpPr/>
                <p:nvPr/>
              </p:nvSpPr>
              <p:spPr>
                <a:xfrm rot="9900000">
                  <a:off x="5736065" y="5502590"/>
                  <a:ext cx="120556" cy="120556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  <a:effectLst>
                  <a:outerShdw blurRad="317500" dist="127000" dir="5400000" algn="t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cxnSp>
              <p:nvCxnSpPr>
                <p:cNvPr id="549" name="Straight Connector 548">
                  <a:extLst>
                    <a:ext uri="{FF2B5EF4-FFF2-40B4-BE49-F238E27FC236}">
                      <a16:creationId xmlns:a16="http://schemas.microsoft.com/office/drawing/2014/main" id="{568E2609-14BC-4FE4-8CD7-3BE7F3AA6ABC}"/>
                    </a:ext>
                  </a:extLst>
                </p:cNvPr>
                <p:cNvCxnSpPr>
                  <a:cxnSpLocks/>
                  <a:stCxn id="548" idx="5"/>
                  <a:endCxn id="543" idx="2"/>
                </p:cNvCxnSpPr>
                <p:nvPr/>
              </p:nvCxnSpPr>
              <p:spPr>
                <a:xfrm rot="11700000">
                  <a:off x="5469013" y="5436717"/>
                  <a:ext cx="287768" cy="59791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0" name="Straight Connector 549">
                  <a:extLst>
                    <a:ext uri="{FF2B5EF4-FFF2-40B4-BE49-F238E27FC236}">
                      <a16:creationId xmlns:a16="http://schemas.microsoft.com/office/drawing/2014/main" id="{46712838-D076-448C-8531-6CDAAA65EC6B}"/>
                    </a:ext>
                  </a:extLst>
                </p:cNvPr>
                <p:cNvCxnSpPr>
                  <a:cxnSpLocks/>
                  <a:stCxn id="547" idx="7"/>
                  <a:endCxn id="543" idx="3"/>
                </p:cNvCxnSpPr>
                <p:nvPr/>
              </p:nvCxnSpPr>
              <p:spPr>
                <a:xfrm rot="11700000" flipV="1">
                  <a:off x="5481325" y="5172861"/>
                  <a:ext cx="286720" cy="152268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FD6CD009-FFC1-4769-8821-0194404DB127}"/>
                    </a:ext>
                  </a:extLst>
                </p:cNvPr>
                <p:cNvSpPr txBox="1"/>
                <p:nvPr/>
              </p:nvSpPr>
              <p:spPr>
                <a:xfrm>
                  <a:off x="5945382" y="4933033"/>
                  <a:ext cx="766036" cy="41549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n-US"/>
                  </a:defPPr>
                  <a:lvl1pPr>
                    <a:defRPr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libri" panose="020F0502020204030204" pitchFamily="34" charset="0"/>
                    </a:defRPr>
                  </a:lvl1pPr>
                </a:lstStyle>
                <a:p>
                  <a:pPr algn="ctr">
                    <a:spcAft>
                      <a:spcPts val="1200"/>
                    </a:spcAft>
                  </a:pPr>
                  <a:r>
                    <a:rPr lang="en-US" sz="1050" dirty="0"/>
                    <a:t>Social Network</a:t>
                  </a:r>
                  <a:endParaRPr lang="id-ID" sz="1050" dirty="0"/>
                </a:p>
              </p:txBody>
            </p:sp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4020AD68-4C64-49A0-8D79-8E32BFE23A87}"/>
                    </a:ext>
                  </a:extLst>
                </p:cNvPr>
                <p:cNvSpPr txBox="1"/>
                <p:nvPr/>
              </p:nvSpPr>
              <p:spPr>
                <a:xfrm>
                  <a:off x="5827330" y="5463164"/>
                  <a:ext cx="1067386" cy="2539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n-US"/>
                  </a:defPPr>
                  <a:lvl1pPr>
                    <a:defRPr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libri" panose="020F0502020204030204" pitchFamily="34" charset="0"/>
                    </a:defRPr>
                  </a:lvl1pPr>
                </a:lstStyle>
                <a:p>
                  <a:pPr algn="ctr">
                    <a:spcAft>
                      <a:spcPts val="1200"/>
                    </a:spcAft>
                  </a:pPr>
                  <a:r>
                    <a:rPr lang="en-US" sz="1050" dirty="0"/>
                    <a:t>Virtual  Worlds</a:t>
                  </a:r>
                  <a:endParaRPr lang="id-ID" sz="1050" dirty="0"/>
                </a:p>
              </p:txBody>
            </p:sp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7888BD02-3D49-4D90-894B-860C1A5DAB2C}"/>
                    </a:ext>
                  </a:extLst>
                </p:cNvPr>
                <p:cNvSpPr txBox="1"/>
                <p:nvPr/>
              </p:nvSpPr>
              <p:spPr>
                <a:xfrm>
                  <a:off x="4910732" y="5933046"/>
                  <a:ext cx="1067386" cy="2539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n-US"/>
                  </a:defPPr>
                  <a:lvl1pPr>
                    <a:defRPr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libri" panose="020F0502020204030204" pitchFamily="34" charset="0"/>
                    </a:defRPr>
                  </a:lvl1pPr>
                </a:lstStyle>
                <a:p>
                  <a:pPr algn="ctr">
                    <a:spcAft>
                      <a:spcPts val="1200"/>
                    </a:spcAft>
                  </a:pPr>
                  <a:r>
                    <a:rPr lang="en-US" sz="1050" dirty="0"/>
                    <a:t>Social Sites</a:t>
                  </a:r>
                  <a:endParaRPr lang="id-ID" sz="1050" dirty="0"/>
                </a:p>
              </p:txBody>
            </p:sp>
          </p:grpSp>
          <p:grpSp>
            <p:nvGrpSpPr>
              <p:cNvPr id="586" name="Group 585">
                <a:extLst>
                  <a:ext uri="{FF2B5EF4-FFF2-40B4-BE49-F238E27FC236}">
                    <a16:creationId xmlns:a16="http://schemas.microsoft.com/office/drawing/2014/main" id="{D680596F-1E0E-45F9-BAEA-323F0F5A6A63}"/>
                  </a:ext>
                </a:extLst>
              </p:cNvPr>
              <p:cNvGrpSpPr/>
              <p:nvPr/>
            </p:nvGrpSpPr>
            <p:grpSpPr>
              <a:xfrm>
                <a:off x="2085144" y="5236525"/>
                <a:ext cx="2131520" cy="1113862"/>
                <a:chOff x="2275801" y="5236525"/>
                <a:chExt cx="2131520" cy="1113862"/>
              </a:xfrm>
            </p:grpSpPr>
            <p:sp>
              <p:nvSpPr>
                <p:cNvPr id="560" name="Oval 559">
                  <a:extLst>
                    <a:ext uri="{FF2B5EF4-FFF2-40B4-BE49-F238E27FC236}">
                      <a16:creationId xmlns:a16="http://schemas.microsoft.com/office/drawing/2014/main" id="{4CF44566-A099-4C86-A89D-2B64093D73EB}"/>
                    </a:ext>
                  </a:extLst>
                </p:cNvPr>
                <p:cNvSpPr/>
                <p:nvPr/>
              </p:nvSpPr>
              <p:spPr>
                <a:xfrm rot="18900000">
                  <a:off x="3687150" y="5293943"/>
                  <a:ext cx="303276" cy="303274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  <a:effectLst>
                  <a:outerShdw blurRad="317500" dist="127000" dir="5400000" algn="t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cxnSp>
              <p:nvCxnSpPr>
                <p:cNvPr id="561" name="Straight Connector 560">
                  <a:extLst>
                    <a:ext uri="{FF2B5EF4-FFF2-40B4-BE49-F238E27FC236}">
                      <a16:creationId xmlns:a16="http://schemas.microsoft.com/office/drawing/2014/main" id="{92FE1940-8BAC-4400-AE0B-178AC4B95458}"/>
                    </a:ext>
                  </a:extLst>
                </p:cNvPr>
                <p:cNvCxnSpPr>
                  <a:cxnSpLocks/>
                  <a:stCxn id="560" idx="5"/>
                  <a:endCxn id="531" idx="4"/>
                </p:cNvCxnSpPr>
                <p:nvPr/>
              </p:nvCxnSpPr>
              <p:spPr>
                <a:xfrm flipV="1">
                  <a:off x="3990426" y="5356517"/>
                  <a:ext cx="416895" cy="8906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Straight Connector 561">
                  <a:extLst>
                    <a:ext uri="{FF2B5EF4-FFF2-40B4-BE49-F238E27FC236}">
                      <a16:creationId xmlns:a16="http://schemas.microsoft.com/office/drawing/2014/main" id="{AEAB0719-8CB2-4FDC-8C0B-8BA73F841C54}"/>
                    </a:ext>
                  </a:extLst>
                </p:cNvPr>
                <p:cNvCxnSpPr>
                  <a:cxnSpLocks/>
                  <a:stCxn id="563" idx="5"/>
                  <a:endCxn id="560" idx="1"/>
                </p:cNvCxnSpPr>
                <p:nvPr/>
              </p:nvCxnSpPr>
              <p:spPr>
                <a:xfrm rot="18900000">
                  <a:off x="3483554" y="5313793"/>
                  <a:ext cx="149008" cy="2161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3" name="Oval 562">
                  <a:extLst>
                    <a:ext uri="{FF2B5EF4-FFF2-40B4-BE49-F238E27FC236}">
                      <a16:creationId xmlns:a16="http://schemas.microsoft.com/office/drawing/2014/main" id="{4A54DB9D-95F5-4BF1-8C5C-45409D862CA5}"/>
                    </a:ext>
                  </a:extLst>
                </p:cNvPr>
                <p:cNvSpPr/>
                <p:nvPr/>
              </p:nvSpPr>
              <p:spPr>
                <a:xfrm rot="19800000">
                  <a:off x="3310464" y="5322246"/>
                  <a:ext cx="120556" cy="120556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  <a:effectLst>
                  <a:outerShdw blurRad="317500" dist="127000" dir="5400000" algn="t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64" name="Oval 563">
                  <a:extLst>
                    <a:ext uri="{FF2B5EF4-FFF2-40B4-BE49-F238E27FC236}">
                      <a16:creationId xmlns:a16="http://schemas.microsoft.com/office/drawing/2014/main" id="{04790EB6-DB61-4E55-8D9C-E882CE015C03}"/>
                    </a:ext>
                  </a:extLst>
                </p:cNvPr>
                <p:cNvSpPr/>
                <p:nvPr/>
              </p:nvSpPr>
              <p:spPr>
                <a:xfrm rot="18900000">
                  <a:off x="3683438" y="5907629"/>
                  <a:ext cx="120556" cy="120556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  <a:effectLst>
                  <a:outerShdw blurRad="317500" dist="127000" dir="5400000" algn="t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65" name="Oval 564">
                  <a:extLst>
                    <a:ext uri="{FF2B5EF4-FFF2-40B4-BE49-F238E27FC236}">
                      <a16:creationId xmlns:a16="http://schemas.microsoft.com/office/drawing/2014/main" id="{82B0E7D6-FBDC-4E7B-8000-114F51F1EC18}"/>
                    </a:ext>
                  </a:extLst>
                </p:cNvPr>
                <p:cNvSpPr/>
                <p:nvPr/>
              </p:nvSpPr>
              <p:spPr>
                <a:xfrm rot="17100000">
                  <a:off x="3373322" y="5683869"/>
                  <a:ext cx="120556" cy="120556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  <a:effectLst>
                  <a:outerShdw blurRad="317500" dist="127000" dir="5400000" algn="t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290037D1-CD1A-450D-A795-3F4D1B6A8E8A}"/>
                    </a:ext>
                  </a:extLst>
                </p:cNvPr>
                <p:cNvCxnSpPr>
                  <a:cxnSpLocks/>
                  <a:stCxn id="565" idx="5"/>
                  <a:endCxn id="560" idx="2"/>
                </p:cNvCxnSpPr>
                <p:nvPr/>
              </p:nvCxnSpPr>
              <p:spPr>
                <a:xfrm rot="18900000">
                  <a:off x="3464799" y="5603510"/>
                  <a:ext cx="287768" cy="59791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D903C792-73B8-4778-AED5-C3B1919676FA}"/>
                    </a:ext>
                  </a:extLst>
                </p:cNvPr>
                <p:cNvCxnSpPr>
                  <a:cxnSpLocks/>
                  <a:stCxn id="564" idx="7"/>
                  <a:endCxn id="560" idx="3"/>
                </p:cNvCxnSpPr>
                <p:nvPr/>
              </p:nvCxnSpPr>
              <p:spPr>
                <a:xfrm rot="18900000" flipV="1">
                  <a:off x="3647892" y="5676289"/>
                  <a:ext cx="286720" cy="152268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AB850F3E-5741-4ADB-BC63-B868F256EDB2}"/>
                    </a:ext>
                  </a:extLst>
                </p:cNvPr>
                <p:cNvSpPr txBox="1"/>
                <p:nvPr/>
              </p:nvSpPr>
              <p:spPr>
                <a:xfrm>
                  <a:off x="3030051" y="5889302"/>
                  <a:ext cx="685570" cy="26837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n-US"/>
                  </a:defPPr>
                  <a:lvl1pPr>
                    <a:defRPr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libri" panose="020F0502020204030204" pitchFamily="34" charset="0"/>
                    </a:defRPr>
                  </a:lvl1pPr>
                </a:lstStyle>
                <a:p>
                  <a:pPr algn="ctr">
                    <a:spcAft>
                      <a:spcPts val="1200"/>
                    </a:spcAft>
                  </a:pPr>
                  <a:r>
                    <a:rPr lang="en-US" sz="1050" dirty="0"/>
                    <a:t>Signage</a:t>
                  </a:r>
                  <a:endParaRPr lang="id-ID" sz="1050" dirty="0"/>
                </a:p>
              </p:txBody>
            </p:sp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FFE3A3D2-45EB-458E-8D47-D5DF1098C955}"/>
                    </a:ext>
                  </a:extLst>
                </p:cNvPr>
                <p:cNvSpPr txBox="1"/>
                <p:nvPr/>
              </p:nvSpPr>
              <p:spPr>
                <a:xfrm>
                  <a:off x="2553840" y="5588752"/>
                  <a:ext cx="738221" cy="26837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n-US"/>
                  </a:defPPr>
                  <a:lvl1pPr>
                    <a:defRPr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libri" panose="020F0502020204030204" pitchFamily="34" charset="0"/>
                    </a:defRPr>
                  </a:lvl1pPr>
                </a:lstStyle>
                <a:p>
                  <a:pPr algn="ctr">
                    <a:spcAft>
                      <a:spcPts val="1200"/>
                    </a:spcAft>
                  </a:pPr>
                  <a:r>
                    <a:rPr lang="en-US" sz="1050" dirty="0"/>
                    <a:t>Print</a:t>
                  </a:r>
                  <a:endParaRPr lang="id-ID" sz="1050" dirty="0"/>
                </a:p>
              </p:txBody>
            </p:sp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4BCC253C-1810-4980-9B2F-7ED2904B177A}"/>
                    </a:ext>
                  </a:extLst>
                </p:cNvPr>
                <p:cNvSpPr txBox="1"/>
                <p:nvPr/>
              </p:nvSpPr>
              <p:spPr>
                <a:xfrm>
                  <a:off x="2462868" y="5236525"/>
                  <a:ext cx="798734" cy="26837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n-US"/>
                  </a:defPPr>
                  <a:lvl1pPr>
                    <a:defRPr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libri" panose="020F0502020204030204" pitchFamily="34" charset="0"/>
                    </a:defRPr>
                  </a:lvl1pPr>
                </a:lstStyle>
                <a:p>
                  <a:pPr algn="ctr">
                    <a:spcAft>
                      <a:spcPts val="1200"/>
                    </a:spcAft>
                  </a:pPr>
                  <a:r>
                    <a:rPr lang="en-US" sz="1050" dirty="0"/>
                    <a:t>Radio</a:t>
                  </a:r>
                  <a:endParaRPr lang="id-ID" sz="1050" dirty="0"/>
                </a:p>
              </p:txBody>
            </p:sp>
            <p:sp>
              <p:nvSpPr>
                <p:cNvPr id="578" name="Oval 577">
                  <a:extLst>
                    <a:ext uri="{FF2B5EF4-FFF2-40B4-BE49-F238E27FC236}">
                      <a16:creationId xmlns:a16="http://schemas.microsoft.com/office/drawing/2014/main" id="{57B392CF-32C6-4202-B1BF-8F393BFFBAFF}"/>
                    </a:ext>
                  </a:extLst>
                </p:cNvPr>
                <p:cNvSpPr/>
                <p:nvPr/>
              </p:nvSpPr>
              <p:spPr>
                <a:xfrm rot="18900000">
                  <a:off x="3977500" y="5907629"/>
                  <a:ext cx="120556" cy="120556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  <a:effectLst>
                  <a:outerShdw blurRad="317500" dist="127000" dir="5400000" algn="t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cxnSp>
              <p:nvCxnSpPr>
                <p:cNvPr id="579" name="Straight Connector 578">
                  <a:extLst>
                    <a:ext uri="{FF2B5EF4-FFF2-40B4-BE49-F238E27FC236}">
                      <a16:creationId xmlns:a16="http://schemas.microsoft.com/office/drawing/2014/main" id="{B1286C03-0C30-4971-8D63-048A2649385C}"/>
                    </a:ext>
                  </a:extLst>
                </p:cNvPr>
                <p:cNvCxnSpPr>
                  <a:cxnSpLocks/>
                  <a:stCxn id="578" idx="7"/>
                  <a:endCxn id="560" idx="4"/>
                </p:cNvCxnSpPr>
                <p:nvPr/>
              </p:nvCxnSpPr>
              <p:spPr>
                <a:xfrm flipH="1" flipV="1">
                  <a:off x="3946012" y="5552804"/>
                  <a:ext cx="91766" cy="354825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B69AEF75-119A-4532-BD0B-5DC488162966}"/>
                    </a:ext>
                  </a:extLst>
                </p:cNvPr>
                <p:cNvSpPr txBox="1"/>
                <p:nvPr/>
              </p:nvSpPr>
              <p:spPr>
                <a:xfrm>
                  <a:off x="3817759" y="6087067"/>
                  <a:ext cx="444282" cy="26332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n-US"/>
                  </a:defPPr>
                  <a:lvl1pPr>
                    <a:defRPr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libri" panose="020F0502020204030204" pitchFamily="34" charset="0"/>
                    </a:defRPr>
                  </a:lvl1pPr>
                </a:lstStyle>
                <a:p>
                  <a:pPr algn="ctr">
                    <a:spcAft>
                      <a:spcPts val="1200"/>
                    </a:spcAft>
                  </a:pPr>
                  <a:r>
                    <a:rPr lang="en-US" sz="1050" dirty="0"/>
                    <a:t>TV</a:t>
                  </a:r>
                  <a:endParaRPr lang="id-ID" sz="1050" dirty="0"/>
                </a:p>
              </p:txBody>
            </p:sp>
            <p:sp>
              <p:nvSpPr>
                <p:cNvPr id="582" name="Title 1">
                  <a:extLst>
                    <a:ext uri="{FF2B5EF4-FFF2-40B4-BE49-F238E27FC236}">
                      <a16:creationId xmlns:a16="http://schemas.microsoft.com/office/drawing/2014/main" id="{A38FE8F1-1BB6-49D8-B469-D6F3F610D16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275801" y="5931318"/>
                  <a:ext cx="692529" cy="29276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3200" kern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ea typeface="+mj-ea"/>
                      <a:cs typeface="Segoe UI" panose="020B0502040204020203" pitchFamily="34" charset="0"/>
                    </a:defRPr>
                  </a:lvl1pPr>
                </a:lstStyle>
                <a:p>
                  <a:pPr algn="ctr"/>
                  <a:r>
                    <a:rPr lang="en-US" sz="1000" dirty="0">
                      <a:solidFill>
                        <a:schemeClr val="accent1"/>
                      </a:solidFill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Traditional Media</a:t>
                  </a:r>
                </a:p>
              </p:txBody>
            </p:sp>
          </p:grpSp>
          <p:sp>
            <p:nvSpPr>
              <p:cNvPr id="590" name="Title 1">
                <a:extLst>
                  <a:ext uri="{FF2B5EF4-FFF2-40B4-BE49-F238E27FC236}">
                    <a16:creationId xmlns:a16="http://schemas.microsoft.com/office/drawing/2014/main" id="{8485E14A-D134-4170-BDB7-012A7E75E8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0999" y="5053409"/>
                <a:ext cx="1073465" cy="175660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200" dirty="0">
                    <a:solidFill>
                      <a:schemeClr val="accent1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Media</a:t>
                </a:r>
              </a:p>
            </p:txBody>
          </p:sp>
        </p:grp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1FB33059-83E2-4B66-BA82-F20F429659A7}"/>
                </a:ext>
              </a:extLst>
            </p:cNvPr>
            <p:cNvSpPr/>
            <p:nvPr/>
          </p:nvSpPr>
          <p:spPr>
            <a:xfrm>
              <a:off x="673055" y="5828236"/>
              <a:ext cx="8616" cy="67099"/>
            </a:xfrm>
            <a:custGeom>
              <a:avLst/>
              <a:gdLst>
                <a:gd name="connsiteX0" fmla="*/ 3019 w 9106"/>
                <a:gd name="connsiteY0" fmla="*/ 0 h 70919"/>
                <a:gd name="connsiteX1" fmla="*/ 4528 w 9106"/>
                <a:gd name="connsiteY1" fmla="*/ 4465 h 70919"/>
                <a:gd name="connsiteX2" fmla="*/ 5736 w 9106"/>
                <a:gd name="connsiteY2" fmla="*/ 9525 h 70919"/>
                <a:gd name="connsiteX3" fmla="*/ 7548 w 9106"/>
                <a:gd name="connsiteY3" fmla="*/ 14287 h 70919"/>
                <a:gd name="connsiteX4" fmla="*/ 9106 w 9106"/>
                <a:gd name="connsiteY4" fmla="*/ 17578 h 70919"/>
                <a:gd name="connsiteX5" fmla="*/ 9106 w 9106"/>
                <a:gd name="connsiteY5" fmla="*/ 70919 h 70919"/>
                <a:gd name="connsiteX6" fmla="*/ 7548 w 9106"/>
                <a:gd name="connsiteY6" fmla="*/ 66971 h 70919"/>
                <a:gd name="connsiteX7" fmla="*/ 5435 w 9106"/>
                <a:gd name="connsiteY7" fmla="*/ 61613 h 70919"/>
                <a:gd name="connsiteX8" fmla="*/ 3623 w 9106"/>
                <a:gd name="connsiteY8" fmla="*/ 55958 h 70919"/>
                <a:gd name="connsiteX9" fmla="*/ 2415 w 9106"/>
                <a:gd name="connsiteY9" fmla="*/ 50302 h 70919"/>
                <a:gd name="connsiteX10" fmla="*/ 1509 w 9106"/>
                <a:gd name="connsiteY10" fmla="*/ 44349 h 70919"/>
                <a:gd name="connsiteX11" fmla="*/ 604 w 9106"/>
                <a:gd name="connsiteY11" fmla="*/ 38694 h 70919"/>
                <a:gd name="connsiteX12" fmla="*/ 0 w 9106"/>
                <a:gd name="connsiteY12" fmla="*/ 32741 h 70919"/>
                <a:gd name="connsiteX13" fmla="*/ 0 w 9106"/>
                <a:gd name="connsiteY13" fmla="*/ 26491 h 70919"/>
                <a:gd name="connsiteX14" fmla="*/ 0 w 9106"/>
                <a:gd name="connsiteY14" fmla="*/ 19943 h 70919"/>
                <a:gd name="connsiteX15" fmla="*/ 604 w 9106"/>
                <a:gd name="connsiteY15" fmla="*/ 12799 h 70919"/>
                <a:gd name="connsiteX16" fmla="*/ 1812 w 9106"/>
                <a:gd name="connsiteY16" fmla="*/ 6251 h 70919"/>
                <a:gd name="connsiteX17" fmla="*/ 3019 w 9106"/>
                <a:gd name="connsiteY17" fmla="*/ 0 h 70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06" h="70919">
                  <a:moveTo>
                    <a:pt x="3019" y="0"/>
                  </a:moveTo>
                  <a:lnTo>
                    <a:pt x="4528" y="4465"/>
                  </a:lnTo>
                  <a:lnTo>
                    <a:pt x="5736" y="9525"/>
                  </a:lnTo>
                  <a:lnTo>
                    <a:pt x="7548" y="14287"/>
                  </a:lnTo>
                  <a:lnTo>
                    <a:pt x="9106" y="17578"/>
                  </a:lnTo>
                  <a:lnTo>
                    <a:pt x="9106" y="70919"/>
                  </a:lnTo>
                  <a:lnTo>
                    <a:pt x="7548" y="66971"/>
                  </a:lnTo>
                  <a:lnTo>
                    <a:pt x="5435" y="61613"/>
                  </a:lnTo>
                  <a:lnTo>
                    <a:pt x="3623" y="55958"/>
                  </a:lnTo>
                  <a:lnTo>
                    <a:pt x="2415" y="50302"/>
                  </a:lnTo>
                  <a:lnTo>
                    <a:pt x="1509" y="44349"/>
                  </a:lnTo>
                  <a:lnTo>
                    <a:pt x="604" y="38694"/>
                  </a:lnTo>
                  <a:lnTo>
                    <a:pt x="0" y="32741"/>
                  </a:lnTo>
                  <a:lnTo>
                    <a:pt x="0" y="26491"/>
                  </a:lnTo>
                  <a:lnTo>
                    <a:pt x="0" y="19943"/>
                  </a:lnTo>
                  <a:lnTo>
                    <a:pt x="604" y="12799"/>
                  </a:lnTo>
                  <a:lnTo>
                    <a:pt x="1812" y="6251"/>
                  </a:lnTo>
                  <a:lnTo>
                    <a:pt x="301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740F00CB-8238-4B8E-A257-CBDF7D060139}"/>
                </a:ext>
              </a:extLst>
            </p:cNvPr>
            <p:cNvSpPr/>
            <p:nvPr/>
          </p:nvSpPr>
          <p:spPr>
            <a:xfrm>
              <a:off x="1352852" y="5828236"/>
              <a:ext cx="5747" cy="59241"/>
            </a:xfrm>
            <a:custGeom>
              <a:avLst/>
              <a:gdLst>
                <a:gd name="connsiteX0" fmla="*/ 2451 w 6074"/>
                <a:gd name="connsiteY0" fmla="*/ 0 h 62613"/>
                <a:gd name="connsiteX1" fmla="*/ 3659 w 6074"/>
                <a:gd name="connsiteY1" fmla="*/ 6251 h 62613"/>
                <a:gd name="connsiteX2" fmla="*/ 5169 w 6074"/>
                <a:gd name="connsiteY2" fmla="*/ 12799 h 62613"/>
                <a:gd name="connsiteX3" fmla="*/ 5470 w 6074"/>
                <a:gd name="connsiteY3" fmla="*/ 19943 h 62613"/>
                <a:gd name="connsiteX4" fmla="*/ 6074 w 6074"/>
                <a:gd name="connsiteY4" fmla="*/ 26491 h 62613"/>
                <a:gd name="connsiteX5" fmla="*/ 5470 w 6074"/>
                <a:gd name="connsiteY5" fmla="*/ 32741 h 62613"/>
                <a:gd name="connsiteX6" fmla="*/ 5169 w 6074"/>
                <a:gd name="connsiteY6" fmla="*/ 38694 h 62613"/>
                <a:gd name="connsiteX7" fmla="*/ 4262 w 6074"/>
                <a:gd name="connsiteY7" fmla="*/ 44349 h 62613"/>
                <a:gd name="connsiteX8" fmla="*/ 3357 w 6074"/>
                <a:gd name="connsiteY8" fmla="*/ 50302 h 62613"/>
                <a:gd name="connsiteX9" fmla="*/ 2149 w 6074"/>
                <a:gd name="connsiteY9" fmla="*/ 55958 h 62613"/>
                <a:gd name="connsiteX10" fmla="*/ 338 w 6074"/>
                <a:gd name="connsiteY10" fmla="*/ 61613 h 62613"/>
                <a:gd name="connsiteX11" fmla="*/ 0 w 6074"/>
                <a:gd name="connsiteY11" fmla="*/ 62613 h 62613"/>
                <a:gd name="connsiteX12" fmla="*/ 0 w 6074"/>
                <a:gd name="connsiteY12" fmla="*/ 8633 h 62613"/>
                <a:gd name="connsiteX13" fmla="*/ 1243 w 6074"/>
                <a:gd name="connsiteY13" fmla="*/ 4465 h 62613"/>
                <a:gd name="connsiteX14" fmla="*/ 2451 w 6074"/>
                <a:gd name="connsiteY14" fmla="*/ 0 h 62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4" h="62613">
                  <a:moveTo>
                    <a:pt x="2451" y="0"/>
                  </a:moveTo>
                  <a:lnTo>
                    <a:pt x="3659" y="6251"/>
                  </a:lnTo>
                  <a:lnTo>
                    <a:pt x="5169" y="12799"/>
                  </a:lnTo>
                  <a:lnTo>
                    <a:pt x="5470" y="19943"/>
                  </a:lnTo>
                  <a:lnTo>
                    <a:pt x="6074" y="26491"/>
                  </a:lnTo>
                  <a:lnTo>
                    <a:pt x="5470" y="32741"/>
                  </a:lnTo>
                  <a:lnTo>
                    <a:pt x="5169" y="38694"/>
                  </a:lnTo>
                  <a:lnTo>
                    <a:pt x="4262" y="44349"/>
                  </a:lnTo>
                  <a:lnTo>
                    <a:pt x="3357" y="50302"/>
                  </a:lnTo>
                  <a:lnTo>
                    <a:pt x="2149" y="55958"/>
                  </a:lnTo>
                  <a:lnTo>
                    <a:pt x="338" y="61613"/>
                  </a:lnTo>
                  <a:lnTo>
                    <a:pt x="0" y="62613"/>
                  </a:lnTo>
                  <a:lnTo>
                    <a:pt x="0" y="8633"/>
                  </a:lnTo>
                  <a:lnTo>
                    <a:pt x="1243" y="4465"/>
                  </a:lnTo>
                  <a:lnTo>
                    <a:pt x="245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A639795-1272-DE87-B7E0-B4A254AE8359}"/>
              </a:ext>
            </a:extLst>
          </p:cNvPr>
          <p:cNvSpPr txBox="1"/>
          <p:nvPr/>
        </p:nvSpPr>
        <p:spPr>
          <a:xfrm>
            <a:off x="506747" y="601983"/>
            <a:ext cx="4065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Hub 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Spoke Data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02EA78-BBAB-D8D6-663A-98707FBFD0BD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4358CFB5-516F-FE87-7C6C-153A714B9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002" y="2802431"/>
            <a:ext cx="645811" cy="64581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F4DF8FC-172A-9658-372C-C0F826D73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479" y="3657423"/>
            <a:ext cx="902854" cy="90285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7BEF8C3-314C-04F6-DD77-CAC0D2C73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349" y="1808342"/>
            <a:ext cx="992884" cy="992884"/>
          </a:xfrm>
          <a:prstGeom prst="rect">
            <a:avLst/>
          </a:prstGeom>
        </p:spPr>
      </p:pic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45F222E-EE8E-05BA-9EB0-17AEA1990131}"/>
              </a:ext>
            </a:extLst>
          </p:cNvPr>
          <p:cNvGrpSpPr/>
          <p:nvPr/>
        </p:nvGrpSpPr>
        <p:grpSpPr>
          <a:xfrm>
            <a:off x="-1469411" y="1522564"/>
            <a:ext cx="3952316" cy="4733453"/>
            <a:chOff x="6884420" y="1188212"/>
            <a:chExt cx="3952316" cy="4733453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B88DBC02-9BAE-142A-A2CF-5816FDA6FDCD}"/>
                </a:ext>
              </a:extLst>
            </p:cNvPr>
            <p:cNvGrpSpPr/>
            <p:nvPr/>
          </p:nvGrpSpPr>
          <p:grpSpPr>
            <a:xfrm>
              <a:off x="6884420" y="1188212"/>
              <a:ext cx="3795860" cy="4254922"/>
              <a:chOff x="6884420" y="1188212"/>
              <a:chExt cx="3795860" cy="4254922"/>
            </a:xfrm>
          </p:grpSpPr>
          <p:sp>
            <p:nvSpPr>
              <p:cNvPr id="166" name="Freeform 20">
                <a:extLst>
                  <a:ext uri="{FF2B5EF4-FFF2-40B4-BE49-F238E27FC236}">
                    <a16:creationId xmlns:a16="http://schemas.microsoft.com/office/drawing/2014/main" id="{B317DE29-C014-2F5E-B4A7-4FCA4A161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0221" y="2501820"/>
                <a:ext cx="658712" cy="288664"/>
              </a:xfrm>
              <a:custGeom>
                <a:avLst/>
                <a:gdLst>
                  <a:gd name="T0" fmla="*/ 5 w 219"/>
                  <a:gd name="T1" fmla="*/ 11 h 96"/>
                  <a:gd name="T2" fmla="*/ 209 w 219"/>
                  <a:gd name="T3" fmla="*/ 94 h 96"/>
                  <a:gd name="T4" fmla="*/ 217 w 219"/>
                  <a:gd name="T5" fmla="*/ 94 h 96"/>
                  <a:gd name="T6" fmla="*/ 217 w 219"/>
                  <a:gd name="T7" fmla="*/ 86 h 96"/>
                  <a:gd name="T8" fmla="*/ 5 w 219"/>
                  <a:gd name="T9" fmla="*/ 0 h 96"/>
                  <a:gd name="T10" fmla="*/ 0 w 219"/>
                  <a:gd name="T11" fmla="*/ 6 h 96"/>
                  <a:gd name="T12" fmla="*/ 5 w 219"/>
                  <a:gd name="T13" fmla="*/ 11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96">
                    <a:moveTo>
                      <a:pt x="5" y="11"/>
                    </a:moveTo>
                    <a:cubicBezTo>
                      <a:pt x="84" y="11"/>
                      <a:pt x="156" y="43"/>
                      <a:pt x="209" y="94"/>
                    </a:cubicBezTo>
                    <a:cubicBezTo>
                      <a:pt x="211" y="96"/>
                      <a:pt x="215" y="96"/>
                      <a:pt x="217" y="94"/>
                    </a:cubicBezTo>
                    <a:cubicBezTo>
                      <a:pt x="219" y="92"/>
                      <a:pt x="219" y="88"/>
                      <a:pt x="217" y="86"/>
                    </a:cubicBezTo>
                    <a:cubicBezTo>
                      <a:pt x="162" y="33"/>
                      <a:pt x="88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2" y="11"/>
                      <a:pt x="5" y="1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67" name="Freeform 21">
                <a:extLst>
                  <a:ext uri="{FF2B5EF4-FFF2-40B4-BE49-F238E27FC236}">
                    <a16:creationId xmlns:a16="http://schemas.microsoft.com/office/drawing/2014/main" id="{25B650BB-463A-D1D6-9C53-63560A916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38586" y="2649331"/>
                <a:ext cx="420915" cy="1599729"/>
              </a:xfrm>
              <a:custGeom>
                <a:avLst/>
                <a:gdLst>
                  <a:gd name="T0" fmla="*/ 3 w 140"/>
                  <a:gd name="T1" fmla="*/ 10 h 532"/>
                  <a:gd name="T2" fmla="*/ 27 w 140"/>
                  <a:gd name="T3" fmla="*/ 33 h 532"/>
                  <a:gd name="T4" fmla="*/ 128 w 140"/>
                  <a:gd name="T5" fmla="*/ 276 h 532"/>
                  <a:gd name="T6" fmla="*/ 42 w 140"/>
                  <a:gd name="T7" fmla="*/ 504 h 532"/>
                  <a:gd name="T8" fmla="*/ 26 w 140"/>
                  <a:gd name="T9" fmla="*/ 521 h 532"/>
                  <a:gd name="T10" fmla="*/ 26 w 140"/>
                  <a:gd name="T11" fmla="*/ 529 h 532"/>
                  <a:gd name="T12" fmla="*/ 34 w 140"/>
                  <a:gd name="T13" fmla="*/ 530 h 532"/>
                  <a:gd name="T14" fmla="*/ 50 w 140"/>
                  <a:gd name="T15" fmla="*/ 512 h 532"/>
                  <a:gd name="T16" fmla="*/ 140 w 140"/>
                  <a:gd name="T17" fmla="*/ 276 h 532"/>
                  <a:gd name="T18" fmla="*/ 35 w 140"/>
                  <a:gd name="T19" fmla="*/ 25 h 532"/>
                  <a:gd name="T20" fmla="*/ 10 w 140"/>
                  <a:gd name="T21" fmla="*/ 2 h 532"/>
                  <a:gd name="T22" fmla="*/ 2 w 140"/>
                  <a:gd name="T23" fmla="*/ 2 h 532"/>
                  <a:gd name="T24" fmla="*/ 3 w 140"/>
                  <a:gd name="T25" fmla="*/ 10 h 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0" h="532">
                    <a:moveTo>
                      <a:pt x="3" y="10"/>
                    </a:moveTo>
                    <a:cubicBezTo>
                      <a:pt x="11" y="17"/>
                      <a:pt x="20" y="25"/>
                      <a:pt x="27" y="33"/>
                    </a:cubicBezTo>
                    <a:cubicBezTo>
                      <a:pt x="90" y="95"/>
                      <a:pt x="128" y="181"/>
                      <a:pt x="128" y="276"/>
                    </a:cubicBezTo>
                    <a:cubicBezTo>
                      <a:pt x="128" y="364"/>
                      <a:pt x="96" y="444"/>
                      <a:pt x="42" y="504"/>
                    </a:cubicBezTo>
                    <a:cubicBezTo>
                      <a:pt x="37" y="510"/>
                      <a:pt x="31" y="516"/>
                      <a:pt x="26" y="521"/>
                    </a:cubicBezTo>
                    <a:cubicBezTo>
                      <a:pt x="24" y="524"/>
                      <a:pt x="24" y="527"/>
                      <a:pt x="26" y="529"/>
                    </a:cubicBezTo>
                    <a:cubicBezTo>
                      <a:pt x="28" y="532"/>
                      <a:pt x="32" y="532"/>
                      <a:pt x="34" y="530"/>
                    </a:cubicBezTo>
                    <a:cubicBezTo>
                      <a:pt x="40" y="524"/>
                      <a:pt x="45" y="518"/>
                      <a:pt x="50" y="512"/>
                    </a:cubicBezTo>
                    <a:cubicBezTo>
                      <a:pt x="106" y="449"/>
                      <a:pt x="140" y="367"/>
                      <a:pt x="140" y="276"/>
                    </a:cubicBezTo>
                    <a:cubicBezTo>
                      <a:pt x="140" y="178"/>
                      <a:pt x="100" y="89"/>
                      <a:pt x="35" y="25"/>
                    </a:cubicBezTo>
                    <a:cubicBezTo>
                      <a:pt x="27" y="17"/>
                      <a:pt x="19" y="9"/>
                      <a:pt x="10" y="2"/>
                    </a:cubicBezTo>
                    <a:cubicBezTo>
                      <a:pt x="8" y="0"/>
                      <a:pt x="4" y="0"/>
                      <a:pt x="2" y="2"/>
                    </a:cubicBezTo>
                    <a:cubicBezTo>
                      <a:pt x="0" y="5"/>
                      <a:pt x="1" y="8"/>
                      <a:pt x="3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68" name="Oval 22">
                <a:extLst>
                  <a:ext uri="{FF2B5EF4-FFF2-40B4-BE49-F238E27FC236}">
                    <a16:creationId xmlns:a16="http://schemas.microsoft.com/office/drawing/2014/main" id="{721883BE-661A-EBA4-1304-E40873B96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5675" y="2637886"/>
                <a:ext cx="1684930" cy="168365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72" name="Freeform 25">
                <a:extLst>
                  <a:ext uri="{FF2B5EF4-FFF2-40B4-BE49-F238E27FC236}">
                    <a16:creationId xmlns:a16="http://schemas.microsoft.com/office/drawing/2014/main" id="{2113D3C4-A424-B2FF-4E8A-18B83F76B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6579" y="3728957"/>
                <a:ext cx="857089" cy="667614"/>
              </a:xfrm>
              <a:custGeom>
                <a:avLst/>
                <a:gdLst>
                  <a:gd name="T0" fmla="*/ 274 w 285"/>
                  <a:gd name="T1" fmla="*/ 5 h 222"/>
                  <a:gd name="T2" fmla="*/ 6 w 285"/>
                  <a:gd name="T3" fmla="*/ 210 h 222"/>
                  <a:gd name="T4" fmla="*/ 0 w 285"/>
                  <a:gd name="T5" fmla="*/ 216 h 222"/>
                  <a:gd name="T6" fmla="*/ 6 w 285"/>
                  <a:gd name="T7" fmla="*/ 222 h 222"/>
                  <a:gd name="T8" fmla="*/ 285 w 285"/>
                  <a:gd name="T9" fmla="*/ 8 h 222"/>
                  <a:gd name="T10" fmla="*/ 281 w 285"/>
                  <a:gd name="T11" fmla="*/ 1 h 222"/>
                  <a:gd name="T12" fmla="*/ 274 w 285"/>
                  <a:gd name="T13" fmla="*/ 5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5" h="222">
                    <a:moveTo>
                      <a:pt x="274" y="5"/>
                    </a:moveTo>
                    <a:cubicBezTo>
                      <a:pt x="242" y="123"/>
                      <a:pt x="134" y="210"/>
                      <a:pt x="6" y="210"/>
                    </a:cubicBezTo>
                    <a:cubicBezTo>
                      <a:pt x="3" y="210"/>
                      <a:pt x="0" y="213"/>
                      <a:pt x="0" y="216"/>
                    </a:cubicBezTo>
                    <a:cubicBezTo>
                      <a:pt x="0" y="219"/>
                      <a:pt x="3" y="222"/>
                      <a:pt x="6" y="222"/>
                    </a:cubicBezTo>
                    <a:cubicBezTo>
                      <a:pt x="139" y="222"/>
                      <a:pt x="252" y="131"/>
                      <a:pt x="285" y="8"/>
                    </a:cubicBezTo>
                    <a:cubicBezTo>
                      <a:pt x="285" y="5"/>
                      <a:pt x="284" y="2"/>
                      <a:pt x="281" y="1"/>
                    </a:cubicBezTo>
                    <a:cubicBezTo>
                      <a:pt x="278" y="0"/>
                      <a:pt x="274" y="2"/>
                      <a:pt x="274" y="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75" name="Oval 28">
                <a:extLst>
                  <a:ext uri="{FF2B5EF4-FFF2-40B4-BE49-F238E27FC236}">
                    <a16:creationId xmlns:a16="http://schemas.microsoft.com/office/drawing/2014/main" id="{82DCBC59-DA66-01F1-9626-D1C9E4E1F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2472" y="1230175"/>
                <a:ext cx="865991" cy="86599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76" name="Freeform 29">
                <a:extLst>
                  <a:ext uri="{FF2B5EF4-FFF2-40B4-BE49-F238E27FC236}">
                    <a16:creationId xmlns:a16="http://schemas.microsoft.com/office/drawing/2014/main" id="{1A181C2B-4A24-C8E4-2151-DBB6D77144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90508" y="1188212"/>
                <a:ext cx="949919" cy="949919"/>
              </a:xfrm>
              <a:custGeom>
                <a:avLst/>
                <a:gdLst>
                  <a:gd name="T0" fmla="*/ 158 w 316"/>
                  <a:gd name="T1" fmla="*/ 3 h 316"/>
                  <a:gd name="T2" fmla="*/ 313 w 316"/>
                  <a:gd name="T3" fmla="*/ 158 h 316"/>
                  <a:gd name="T4" fmla="*/ 158 w 316"/>
                  <a:gd name="T5" fmla="*/ 314 h 316"/>
                  <a:gd name="T6" fmla="*/ 2 w 316"/>
                  <a:gd name="T7" fmla="*/ 158 h 316"/>
                  <a:gd name="T8" fmla="*/ 158 w 316"/>
                  <a:gd name="T9" fmla="*/ 3 h 316"/>
                  <a:gd name="T10" fmla="*/ 158 w 316"/>
                  <a:gd name="T11" fmla="*/ 0 h 316"/>
                  <a:gd name="T12" fmla="*/ 0 w 316"/>
                  <a:gd name="T13" fmla="*/ 158 h 316"/>
                  <a:gd name="T14" fmla="*/ 158 w 316"/>
                  <a:gd name="T15" fmla="*/ 316 h 316"/>
                  <a:gd name="T16" fmla="*/ 316 w 316"/>
                  <a:gd name="T17" fmla="*/ 158 h 316"/>
                  <a:gd name="T18" fmla="*/ 158 w 316"/>
                  <a:gd name="T19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6" h="316">
                    <a:moveTo>
                      <a:pt x="158" y="3"/>
                    </a:moveTo>
                    <a:cubicBezTo>
                      <a:pt x="243" y="3"/>
                      <a:pt x="313" y="73"/>
                      <a:pt x="313" y="158"/>
                    </a:cubicBezTo>
                    <a:cubicBezTo>
                      <a:pt x="313" y="244"/>
                      <a:pt x="243" y="314"/>
                      <a:pt x="158" y="314"/>
                    </a:cubicBezTo>
                    <a:cubicBezTo>
                      <a:pt x="72" y="314"/>
                      <a:pt x="2" y="244"/>
                      <a:pt x="2" y="158"/>
                    </a:cubicBezTo>
                    <a:cubicBezTo>
                      <a:pt x="2" y="73"/>
                      <a:pt x="72" y="3"/>
                      <a:pt x="158" y="3"/>
                    </a:cubicBezTo>
                    <a:moveTo>
                      <a:pt x="158" y="0"/>
                    </a:moveTo>
                    <a:cubicBezTo>
                      <a:pt x="70" y="0"/>
                      <a:pt x="0" y="71"/>
                      <a:pt x="0" y="158"/>
                    </a:cubicBezTo>
                    <a:cubicBezTo>
                      <a:pt x="0" y="246"/>
                      <a:pt x="70" y="316"/>
                      <a:pt x="158" y="316"/>
                    </a:cubicBezTo>
                    <a:cubicBezTo>
                      <a:pt x="245" y="316"/>
                      <a:pt x="316" y="246"/>
                      <a:pt x="316" y="158"/>
                    </a:cubicBezTo>
                    <a:cubicBezTo>
                      <a:pt x="316" y="71"/>
                      <a:pt x="245" y="0"/>
                      <a:pt x="158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77" name="Oval 30">
                <a:extLst>
                  <a:ext uri="{FF2B5EF4-FFF2-40B4-BE49-F238E27FC236}">
                    <a16:creationId xmlns:a16="http://schemas.microsoft.com/office/drawing/2014/main" id="{A2CD39FC-0593-E687-EE12-286900C1E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19376" y="2349223"/>
                <a:ext cx="818939" cy="81766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78" name="Freeform 31">
                <a:extLst>
                  <a:ext uri="{FF2B5EF4-FFF2-40B4-BE49-F238E27FC236}">
                    <a16:creationId xmlns:a16="http://schemas.microsoft.com/office/drawing/2014/main" id="{85A23A46-933C-943B-53EF-58E8DB449C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777412" y="2307259"/>
                <a:ext cx="902868" cy="901596"/>
              </a:xfrm>
              <a:custGeom>
                <a:avLst/>
                <a:gdLst>
                  <a:gd name="T0" fmla="*/ 150 w 300"/>
                  <a:gd name="T1" fmla="*/ 3 h 300"/>
                  <a:gd name="T2" fmla="*/ 297 w 300"/>
                  <a:gd name="T3" fmla="*/ 150 h 300"/>
                  <a:gd name="T4" fmla="*/ 150 w 300"/>
                  <a:gd name="T5" fmla="*/ 297 h 300"/>
                  <a:gd name="T6" fmla="*/ 3 w 300"/>
                  <a:gd name="T7" fmla="*/ 150 h 300"/>
                  <a:gd name="T8" fmla="*/ 150 w 300"/>
                  <a:gd name="T9" fmla="*/ 3 h 300"/>
                  <a:gd name="T10" fmla="*/ 150 w 300"/>
                  <a:gd name="T11" fmla="*/ 0 h 300"/>
                  <a:gd name="T12" fmla="*/ 0 w 300"/>
                  <a:gd name="T13" fmla="*/ 150 h 300"/>
                  <a:gd name="T14" fmla="*/ 150 w 300"/>
                  <a:gd name="T15" fmla="*/ 300 h 300"/>
                  <a:gd name="T16" fmla="*/ 300 w 300"/>
                  <a:gd name="T17" fmla="*/ 150 h 300"/>
                  <a:gd name="T18" fmla="*/ 150 w 300"/>
                  <a:gd name="T19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0" h="300">
                    <a:moveTo>
                      <a:pt x="150" y="3"/>
                    </a:moveTo>
                    <a:cubicBezTo>
                      <a:pt x="231" y="3"/>
                      <a:pt x="297" y="69"/>
                      <a:pt x="297" y="150"/>
                    </a:cubicBezTo>
                    <a:cubicBezTo>
                      <a:pt x="297" y="231"/>
                      <a:pt x="231" y="297"/>
                      <a:pt x="150" y="297"/>
                    </a:cubicBezTo>
                    <a:cubicBezTo>
                      <a:pt x="69" y="297"/>
                      <a:pt x="3" y="231"/>
                      <a:pt x="3" y="150"/>
                    </a:cubicBezTo>
                    <a:cubicBezTo>
                      <a:pt x="3" y="69"/>
                      <a:pt x="69" y="3"/>
                      <a:pt x="150" y="3"/>
                    </a:cubicBezTo>
                    <a:moveTo>
                      <a:pt x="150" y="0"/>
                    </a:moveTo>
                    <a:cubicBezTo>
                      <a:pt x="67" y="0"/>
                      <a:pt x="0" y="67"/>
                      <a:pt x="0" y="150"/>
                    </a:cubicBezTo>
                    <a:cubicBezTo>
                      <a:pt x="0" y="233"/>
                      <a:pt x="67" y="300"/>
                      <a:pt x="150" y="300"/>
                    </a:cubicBezTo>
                    <a:cubicBezTo>
                      <a:pt x="233" y="300"/>
                      <a:pt x="300" y="233"/>
                      <a:pt x="300" y="150"/>
                    </a:cubicBezTo>
                    <a:cubicBezTo>
                      <a:pt x="300" y="67"/>
                      <a:pt x="233" y="0"/>
                      <a:pt x="15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88" name="Oval 34">
                <a:extLst>
                  <a:ext uri="{FF2B5EF4-FFF2-40B4-BE49-F238E27FC236}">
                    <a16:creationId xmlns:a16="http://schemas.microsoft.com/office/drawing/2014/main" id="{980F54A9-3F30-46D6-0A4B-6DD3DA150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6103" y="4405472"/>
                <a:ext cx="998242" cy="99824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FE79D823-B526-2CE8-3337-83331A80DC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926681" y="4366051"/>
                <a:ext cx="1077084" cy="1077083"/>
              </a:xfrm>
              <a:custGeom>
                <a:avLst/>
                <a:gdLst>
                  <a:gd name="T0" fmla="*/ 179 w 358"/>
                  <a:gd name="T1" fmla="*/ 3 h 358"/>
                  <a:gd name="T2" fmla="*/ 355 w 358"/>
                  <a:gd name="T3" fmla="*/ 179 h 358"/>
                  <a:gd name="T4" fmla="*/ 179 w 358"/>
                  <a:gd name="T5" fmla="*/ 355 h 358"/>
                  <a:gd name="T6" fmla="*/ 3 w 358"/>
                  <a:gd name="T7" fmla="*/ 179 h 358"/>
                  <a:gd name="T8" fmla="*/ 179 w 358"/>
                  <a:gd name="T9" fmla="*/ 3 h 358"/>
                  <a:gd name="T10" fmla="*/ 179 w 358"/>
                  <a:gd name="T11" fmla="*/ 0 h 358"/>
                  <a:gd name="T12" fmla="*/ 0 w 358"/>
                  <a:gd name="T13" fmla="*/ 179 h 358"/>
                  <a:gd name="T14" fmla="*/ 179 w 358"/>
                  <a:gd name="T15" fmla="*/ 358 h 358"/>
                  <a:gd name="T16" fmla="*/ 358 w 358"/>
                  <a:gd name="T17" fmla="*/ 179 h 358"/>
                  <a:gd name="T18" fmla="*/ 179 w 358"/>
                  <a:gd name="T19" fmla="*/ 0 h 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8" h="358">
                    <a:moveTo>
                      <a:pt x="179" y="3"/>
                    </a:moveTo>
                    <a:cubicBezTo>
                      <a:pt x="276" y="3"/>
                      <a:pt x="355" y="82"/>
                      <a:pt x="355" y="179"/>
                    </a:cubicBezTo>
                    <a:cubicBezTo>
                      <a:pt x="355" y="276"/>
                      <a:pt x="276" y="355"/>
                      <a:pt x="179" y="355"/>
                    </a:cubicBezTo>
                    <a:cubicBezTo>
                      <a:pt x="82" y="355"/>
                      <a:pt x="3" y="276"/>
                      <a:pt x="3" y="179"/>
                    </a:cubicBezTo>
                    <a:cubicBezTo>
                      <a:pt x="3" y="82"/>
                      <a:pt x="82" y="3"/>
                      <a:pt x="179" y="3"/>
                    </a:cubicBezTo>
                    <a:moveTo>
                      <a:pt x="179" y="0"/>
                    </a:moveTo>
                    <a:cubicBezTo>
                      <a:pt x="80" y="0"/>
                      <a:pt x="0" y="80"/>
                      <a:pt x="0" y="179"/>
                    </a:cubicBezTo>
                    <a:cubicBezTo>
                      <a:pt x="0" y="278"/>
                      <a:pt x="80" y="358"/>
                      <a:pt x="179" y="358"/>
                    </a:cubicBezTo>
                    <a:cubicBezTo>
                      <a:pt x="278" y="358"/>
                      <a:pt x="358" y="278"/>
                      <a:pt x="358" y="179"/>
                    </a:cubicBezTo>
                    <a:cubicBezTo>
                      <a:pt x="358" y="80"/>
                      <a:pt x="278" y="0"/>
                      <a:pt x="179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2" name="Freeform 36">
                <a:extLst>
                  <a:ext uri="{FF2B5EF4-FFF2-40B4-BE49-F238E27FC236}">
                    <a16:creationId xmlns:a16="http://schemas.microsoft.com/office/drawing/2014/main" id="{49571A8F-3191-82CC-A83B-1A120C092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8127" y="4171490"/>
                <a:ext cx="279762" cy="333171"/>
              </a:xfrm>
              <a:custGeom>
                <a:avLst/>
                <a:gdLst>
                  <a:gd name="T0" fmla="*/ 2 w 93"/>
                  <a:gd name="T1" fmla="*/ 10 h 111"/>
                  <a:gd name="T2" fmla="*/ 82 w 93"/>
                  <a:gd name="T3" fmla="*/ 108 h 111"/>
                  <a:gd name="T4" fmla="*/ 90 w 93"/>
                  <a:gd name="T5" fmla="*/ 109 h 111"/>
                  <a:gd name="T6" fmla="*/ 91 w 93"/>
                  <a:gd name="T7" fmla="*/ 101 h 111"/>
                  <a:gd name="T8" fmla="*/ 10 w 93"/>
                  <a:gd name="T9" fmla="*/ 3 h 111"/>
                  <a:gd name="T10" fmla="*/ 2 w 93"/>
                  <a:gd name="T11" fmla="*/ 2 h 111"/>
                  <a:gd name="T12" fmla="*/ 2 w 93"/>
                  <a:gd name="T13" fmla="*/ 1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111">
                    <a:moveTo>
                      <a:pt x="2" y="10"/>
                    </a:moveTo>
                    <a:cubicBezTo>
                      <a:pt x="82" y="108"/>
                      <a:pt x="82" y="108"/>
                      <a:pt x="82" y="108"/>
                    </a:cubicBezTo>
                    <a:cubicBezTo>
                      <a:pt x="84" y="110"/>
                      <a:pt x="88" y="111"/>
                      <a:pt x="90" y="109"/>
                    </a:cubicBezTo>
                    <a:cubicBezTo>
                      <a:pt x="93" y="107"/>
                      <a:pt x="93" y="103"/>
                      <a:pt x="91" y="101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8" y="1"/>
                      <a:pt x="5" y="0"/>
                      <a:pt x="2" y="2"/>
                    </a:cubicBezTo>
                    <a:cubicBezTo>
                      <a:pt x="0" y="4"/>
                      <a:pt x="0" y="8"/>
                      <a:pt x="2" y="1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5" name="Freeform 39">
                <a:extLst>
                  <a:ext uri="{FF2B5EF4-FFF2-40B4-BE49-F238E27FC236}">
                    <a16:creationId xmlns:a16="http://schemas.microsoft.com/office/drawing/2014/main" id="{297424E8-352A-02F3-A7F0-EEDF0DFD9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9982" y="2066918"/>
                <a:ext cx="189475" cy="495941"/>
              </a:xfrm>
              <a:custGeom>
                <a:avLst/>
                <a:gdLst>
                  <a:gd name="T0" fmla="*/ 24 w 149"/>
                  <a:gd name="T1" fmla="*/ 390 h 390"/>
                  <a:gd name="T2" fmla="*/ 149 w 149"/>
                  <a:gd name="T3" fmla="*/ 7 h 390"/>
                  <a:gd name="T4" fmla="*/ 123 w 149"/>
                  <a:gd name="T5" fmla="*/ 0 h 390"/>
                  <a:gd name="T6" fmla="*/ 0 w 149"/>
                  <a:gd name="T7" fmla="*/ 380 h 390"/>
                  <a:gd name="T8" fmla="*/ 24 w 149"/>
                  <a:gd name="T9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390">
                    <a:moveTo>
                      <a:pt x="24" y="390"/>
                    </a:moveTo>
                    <a:lnTo>
                      <a:pt x="149" y="7"/>
                    </a:lnTo>
                    <a:lnTo>
                      <a:pt x="123" y="0"/>
                    </a:lnTo>
                    <a:lnTo>
                      <a:pt x="0" y="380"/>
                    </a:lnTo>
                    <a:lnTo>
                      <a:pt x="24" y="390"/>
                    </a:lnTo>
                    <a:close/>
                  </a:path>
                </a:pathLst>
              </a:custGeom>
              <a:solidFill>
                <a:srgbClr val="22A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6" name="Freeform 40">
                <a:extLst>
                  <a:ext uri="{FF2B5EF4-FFF2-40B4-BE49-F238E27FC236}">
                    <a16:creationId xmlns:a16="http://schemas.microsoft.com/office/drawing/2014/main" id="{DA082213-EDAF-85DF-345E-BA0117B92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9982" y="2066918"/>
                <a:ext cx="189475" cy="495941"/>
              </a:xfrm>
              <a:custGeom>
                <a:avLst/>
                <a:gdLst>
                  <a:gd name="T0" fmla="*/ 24 w 149"/>
                  <a:gd name="T1" fmla="*/ 390 h 390"/>
                  <a:gd name="T2" fmla="*/ 149 w 149"/>
                  <a:gd name="T3" fmla="*/ 7 h 390"/>
                  <a:gd name="T4" fmla="*/ 123 w 149"/>
                  <a:gd name="T5" fmla="*/ 0 h 390"/>
                  <a:gd name="T6" fmla="*/ 0 w 149"/>
                  <a:gd name="T7" fmla="*/ 38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390">
                    <a:moveTo>
                      <a:pt x="24" y="390"/>
                    </a:moveTo>
                    <a:lnTo>
                      <a:pt x="149" y="7"/>
                    </a:lnTo>
                    <a:lnTo>
                      <a:pt x="123" y="0"/>
                    </a:lnTo>
                    <a:lnTo>
                      <a:pt x="0" y="380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7" name="Freeform 41">
                <a:extLst>
                  <a:ext uri="{FF2B5EF4-FFF2-40B4-BE49-F238E27FC236}">
                    <a16:creationId xmlns:a16="http://schemas.microsoft.com/office/drawing/2014/main" id="{08536320-943E-FA5C-05A7-9D3DEDA21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56497" y="2898573"/>
                <a:ext cx="517560" cy="237798"/>
              </a:xfrm>
              <a:custGeom>
                <a:avLst/>
                <a:gdLst>
                  <a:gd name="T0" fmla="*/ 9 w 172"/>
                  <a:gd name="T1" fmla="*/ 78 h 79"/>
                  <a:gd name="T2" fmla="*/ 168 w 172"/>
                  <a:gd name="T3" fmla="*/ 12 h 79"/>
                  <a:gd name="T4" fmla="*/ 171 w 172"/>
                  <a:gd name="T5" fmla="*/ 4 h 79"/>
                  <a:gd name="T6" fmla="*/ 164 w 172"/>
                  <a:gd name="T7" fmla="*/ 1 h 79"/>
                  <a:gd name="T8" fmla="*/ 5 w 172"/>
                  <a:gd name="T9" fmla="*/ 68 h 79"/>
                  <a:gd name="T10" fmla="*/ 2 w 172"/>
                  <a:gd name="T11" fmla="*/ 75 h 79"/>
                  <a:gd name="T12" fmla="*/ 9 w 172"/>
                  <a:gd name="T13" fmla="*/ 7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2" h="79">
                    <a:moveTo>
                      <a:pt x="9" y="78"/>
                    </a:moveTo>
                    <a:cubicBezTo>
                      <a:pt x="168" y="12"/>
                      <a:pt x="168" y="12"/>
                      <a:pt x="168" y="12"/>
                    </a:cubicBezTo>
                    <a:cubicBezTo>
                      <a:pt x="171" y="10"/>
                      <a:pt x="172" y="7"/>
                      <a:pt x="171" y="4"/>
                    </a:cubicBezTo>
                    <a:cubicBezTo>
                      <a:pt x="170" y="1"/>
                      <a:pt x="167" y="0"/>
                      <a:pt x="164" y="1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2" y="69"/>
                      <a:pt x="0" y="72"/>
                      <a:pt x="2" y="75"/>
                    </a:cubicBezTo>
                    <a:cubicBezTo>
                      <a:pt x="3" y="78"/>
                      <a:pt x="6" y="79"/>
                      <a:pt x="9" y="7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5" name="Rectangle 68">
                <a:extLst>
                  <a:ext uri="{FF2B5EF4-FFF2-40B4-BE49-F238E27FC236}">
                    <a16:creationId xmlns:a16="http://schemas.microsoft.com/office/drawing/2014/main" id="{5F074486-4F1E-B9D6-88FE-E8A6B4C88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3852" y="1732475"/>
                <a:ext cx="101732" cy="1347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7" name="Rectangle 70">
                <a:extLst>
                  <a:ext uri="{FF2B5EF4-FFF2-40B4-BE49-F238E27FC236}">
                    <a16:creationId xmlns:a16="http://schemas.microsoft.com/office/drawing/2014/main" id="{D01BC5F0-21A1-8593-0309-BCC5B85CB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53386" y="1675251"/>
                <a:ext cx="103004" cy="1920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49" name="Rectangle 72">
                <a:extLst>
                  <a:ext uri="{FF2B5EF4-FFF2-40B4-BE49-F238E27FC236}">
                    <a16:creationId xmlns:a16="http://schemas.microsoft.com/office/drawing/2014/main" id="{37C0FA22-6D11-DD1E-A9D8-9305E39492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4192" y="1597681"/>
                <a:ext cx="101732" cy="2695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71" name="Freeform 76">
                <a:extLst>
                  <a:ext uri="{FF2B5EF4-FFF2-40B4-BE49-F238E27FC236}">
                    <a16:creationId xmlns:a16="http://schemas.microsoft.com/office/drawing/2014/main" id="{02300047-BF0C-4157-9F76-6191321A7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5865" y="4952279"/>
                <a:ext cx="12716" cy="0"/>
              </a:xfrm>
              <a:custGeom>
                <a:avLst/>
                <a:gdLst>
                  <a:gd name="T0" fmla="*/ 4 w 4"/>
                  <a:gd name="T1" fmla="*/ 0 w 4"/>
                  <a:gd name="T2" fmla="*/ 4 w 4"/>
                  <a:gd name="T3" fmla="*/ 4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4">
                    <a:moveTo>
                      <a:pt x="4" y="0"/>
                    </a:moveTo>
                    <a:cubicBezTo>
                      <a:pt x="3" y="0"/>
                      <a:pt x="1" y="0"/>
                      <a:pt x="0" y="0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4321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72" name="Freeform 77">
                <a:extLst>
                  <a:ext uri="{FF2B5EF4-FFF2-40B4-BE49-F238E27FC236}">
                    <a16:creationId xmlns:a16="http://schemas.microsoft.com/office/drawing/2014/main" id="{F212AA23-AE2B-3D99-BEE4-122538B660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4420" y="4555526"/>
                <a:ext cx="11445" cy="0"/>
              </a:xfrm>
              <a:custGeom>
                <a:avLst/>
                <a:gdLst>
                  <a:gd name="T0" fmla="*/ 4 w 4"/>
                  <a:gd name="T1" fmla="*/ 0 w 4"/>
                  <a:gd name="T2" fmla="*/ 0 w 4"/>
                  <a:gd name="T3" fmla="*/ 4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4">
                    <a:moveTo>
                      <a:pt x="4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2" y="0"/>
                      <a:pt x="4" y="0"/>
                    </a:cubicBezTo>
                  </a:path>
                </a:pathLst>
              </a:custGeom>
              <a:solidFill>
                <a:srgbClr val="4321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73" name="Freeform 78">
                <a:extLst>
                  <a:ext uri="{FF2B5EF4-FFF2-40B4-BE49-F238E27FC236}">
                    <a16:creationId xmlns:a16="http://schemas.microsoft.com/office/drawing/2014/main" id="{F9F54C4C-14F0-54A9-D915-359C9F886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5865" y="4555526"/>
                <a:ext cx="12716" cy="0"/>
              </a:xfrm>
              <a:custGeom>
                <a:avLst/>
                <a:gdLst>
                  <a:gd name="T0" fmla="*/ 0 w 4"/>
                  <a:gd name="T1" fmla="*/ 4 w 4"/>
                  <a:gd name="T2" fmla="*/ 4 w 4"/>
                  <a:gd name="T3" fmla="*/ 0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4">
                    <a:moveTo>
                      <a:pt x="0" y="0"/>
                    </a:moveTo>
                    <a:cubicBezTo>
                      <a:pt x="1" y="0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solidFill>
                <a:srgbClr val="4321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74" name="Freeform 79">
                <a:extLst>
                  <a:ext uri="{FF2B5EF4-FFF2-40B4-BE49-F238E27FC236}">
                    <a16:creationId xmlns:a16="http://schemas.microsoft.com/office/drawing/2014/main" id="{5B98D6A4-F57D-4C8E-9517-9F8CA5646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4420" y="4952279"/>
                <a:ext cx="11445" cy="0"/>
              </a:xfrm>
              <a:custGeom>
                <a:avLst/>
                <a:gdLst>
                  <a:gd name="T0" fmla="*/ 0 w 4"/>
                  <a:gd name="T1" fmla="*/ 0 w 4"/>
                  <a:gd name="T2" fmla="*/ 4 w 4"/>
                  <a:gd name="T3" fmla="*/ 0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2" y="0"/>
                      <a:pt x="4" y="0"/>
                    </a:cubicBez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solidFill>
                <a:srgbClr val="4321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132" name="Freeform 72">
              <a:extLst>
                <a:ext uri="{FF2B5EF4-FFF2-40B4-BE49-F238E27FC236}">
                  <a16:creationId xmlns:a16="http://schemas.microsoft.com/office/drawing/2014/main" id="{5FBF0179-5D06-8181-5BEE-4901852F94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16124" y="5679421"/>
              <a:ext cx="162588" cy="186039"/>
            </a:xfrm>
            <a:custGeom>
              <a:avLst/>
              <a:gdLst>
                <a:gd name="T0" fmla="*/ 140 w 176"/>
                <a:gd name="T1" fmla="*/ 100 h 200"/>
                <a:gd name="T2" fmla="*/ 140 w 176"/>
                <a:gd name="T3" fmla="*/ 52 h 200"/>
                <a:gd name="T4" fmla="*/ 88 w 176"/>
                <a:gd name="T5" fmla="*/ 0 h 200"/>
                <a:gd name="T6" fmla="*/ 88 w 176"/>
                <a:gd name="T7" fmla="*/ 0 h 200"/>
                <a:gd name="T8" fmla="*/ 36 w 176"/>
                <a:gd name="T9" fmla="*/ 52 h 200"/>
                <a:gd name="T10" fmla="*/ 36 w 176"/>
                <a:gd name="T11" fmla="*/ 100 h 200"/>
                <a:gd name="T12" fmla="*/ 0 w 176"/>
                <a:gd name="T13" fmla="*/ 100 h 200"/>
                <a:gd name="T14" fmla="*/ 0 w 176"/>
                <a:gd name="T15" fmla="*/ 200 h 200"/>
                <a:gd name="T16" fmla="*/ 176 w 176"/>
                <a:gd name="T17" fmla="*/ 200 h 200"/>
                <a:gd name="T18" fmla="*/ 176 w 176"/>
                <a:gd name="T19" fmla="*/ 100 h 200"/>
                <a:gd name="T20" fmla="*/ 140 w 176"/>
                <a:gd name="T21" fmla="*/ 100 h 200"/>
                <a:gd name="T22" fmla="*/ 44 w 176"/>
                <a:gd name="T23" fmla="*/ 52 h 200"/>
                <a:gd name="T24" fmla="*/ 88 w 176"/>
                <a:gd name="T25" fmla="*/ 8 h 200"/>
                <a:gd name="T26" fmla="*/ 88 w 176"/>
                <a:gd name="T27" fmla="*/ 8 h 200"/>
                <a:gd name="T28" fmla="*/ 132 w 176"/>
                <a:gd name="T29" fmla="*/ 52 h 200"/>
                <a:gd name="T30" fmla="*/ 132 w 176"/>
                <a:gd name="T31" fmla="*/ 100 h 200"/>
                <a:gd name="T32" fmla="*/ 44 w 176"/>
                <a:gd name="T33" fmla="*/ 100 h 200"/>
                <a:gd name="T34" fmla="*/ 44 w 176"/>
                <a:gd name="T35" fmla="*/ 52 h 200"/>
                <a:gd name="T36" fmla="*/ 168 w 176"/>
                <a:gd name="T37" fmla="*/ 192 h 200"/>
                <a:gd name="T38" fmla="*/ 8 w 176"/>
                <a:gd name="T39" fmla="*/ 192 h 200"/>
                <a:gd name="T40" fmla="*/ 8 w 176"/>
                <a:gd name="T41" fmla="*/ 108 h 200"/>
                <a:gd name="T42" fmla="*/ 168 w 176"/>
                <a:gd name="T43" fmla="*/ 108 h 200"/>
                <a:gd name="T44" fmla="*/ 168 w 176"/>
                <a:gd name="T45" fmla="*/ 192 h 200"/>
                <a:gd name="T46" fmla="*/ 88 w 176"/>
                <a:gd name="T47" fmla="*/ 156 h 200"/>
                <a:gd name="T48" fmla="*/ 88 w 176"/>
                <a:gd name="T49" fmla="*/ 156 h 200"/>
                <a:gd name="T50" fmla="*/ 104 w 176"/>
                <a:gd name="T51" fmla="*/ 140 h 200"/>
                <a:gd name="T52" fmla="*/ 88 w 176"/>
                <a:gd name="T53" fmla="*/ 124 h 200"/>
                <a:gd name="T54" fmla="*/ 72 w 176"/>
                <a:gd name="T55" fmla="*/ 140 h 200"/>
                <a:gd name="T56" fmla="*/ 88 w 176"/>
                <a:gd name="T57" fmla="*/ 156 h 200"/>
                <a:gd name="T58" fmla="*/ 88 w 176"/>
                <a:gd name="T59" fmla="*/ 132 h 200"/>
                <a:gd name="T60" fmla="*/ 96 w 176"/>
                <a:gd name="T61" fmla="*/ 140 h 200"/>
                <a:gd name="T62" fmla="*/ 88 w 176"/>
                <a:gd name="T63" fmla="*/ 148 h 200"/>
                <a:gd name="T64" fmla="*/ 88 w 176"/>
                <a:gd name="T65" fmla="*/ 148 h 200"/>
                <a:gd name="T66" fmla="*/ 80 w 176"/>
                <a:gd name="T67" fmla="*/ 140 h 200"/>
                <a:gd name="T68" fmla="*/ 88 w 176"/>
                <a:gd name="T69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6" h="200">
                  <a:moveTo>
                    <a:pt x="140" y="100"/>
                  </a:moveTo>
                  <a:cubicBezTo>
                    <a:pt x="140" y="52"/>
                    <a:pt x="140" y="52"/>
                    <a:pt x="140" y="52"/>
                  </a:cubicBezTo>
                  <a:cubicBezTo>
                    <a:pt x="140" y="23"/>
                    <a:pt x="117" y="0"/>
                    <a:pt x="88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59" y="0"/>
                    <a:pt x="36" y="23"/>
                    <a:pt x="36" y="52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76" y="100"/>
                    <a:pt x="176" y="100"/>
                    <a:pt x="176" y="100"/>
                  </a:cubicBezTo>
                  <a:lnTo>
                    <a:pt x="140" y="100"/>
                  </a:lnTo>
                  <a:close/>
                  <a:moveTo>
                    <a:pt x="44" y="52"/>
                  </a:moveTo>
                  <a:cubicBezTo>
                    <a:pt x="44" y="28"/>
                    <a:pt x="64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112" y="8"/>
                    <a:pt x="132" y="28"/>
                    <a:pt x="132" y="52"/>
                  </a:cubicBezTo>
                  <a:cubicBezTo>
                    <a:pt x="132" y="100"/>
                    <a:pt x="132" y="100"/>
                    <a:pt x="132" y="100"/>
                  </a:cubicBezTo>
                  <a:cubicBezTo>
                    <a:pt x="44" y="100"/>
                    <a:pt x="44" y="100"/>
                    <a:pt x="44" y="100"/>
                  </a:cubicBezTo>
                  <a:lnTo>
                    <a:pt x="44" y="52"/>
                  </a:lnTo>
                  <a:close/>
                  <a:moveTo>
                    <a:pt x="168" y="192"/>
                  </a:moveTo>
                  <a:cubicBezTo>
                    <a:pt x="8" y="192"/>
                    <a:pt x="8" y="192"/>
                    <a:pt x="8" y="192"/>
                  </a:cubicBezTo>
                  <a:cubicBezTo>
                    <a:pt x="8" y="108"/>
                    <a:pt x="8" y="108"/>
                    <a:pt x="8" y="108"/>
                  </a:cubicBezTo>
                  <a:cubicBezTo>
                    <a:pt x="168" y="108"/>
                    <a:pt x="168" y="108"/>
                    <a:pt x="168" y="108"/>
                  </a:cubicBezTo>
                  <a:lnTo>
                    <a:pt x="168" y="192"/>
                  </a:lnTo>
                  <a:close/>
                  <a:moveTo>
                    <a:pt x="88" y="156"/>
                  </a:moveTo>
                  <a:cubicBezTo>
                    <a:pt x="88" y="156"/>
                    <a:pt x="88" y="156"/>
                    <a:pt x="88" y="156"/>
                  </a:cubicBezTo>
                  <a:cubicBezTo>
                    <a:pt x="97" y="156"/>
                    <a:pt x="104" y="149"/>
                    <a:pt x="104" y="140"/>
                  </a:cubicBezTo>
                  <a:cubicBezTo>
                    <a:pt x="104" y="131"/>
                    <a:pt x="97" y="124"/>
                    <a:pt x="88" y="124"/>
                  </a:cubicBezTo>
                  <a:cubicBezTo>
                    <a:pt x="79" y="124"/>
                    <a:pt x="72" y="131"/>
                    <a:pt x="72" y="140"/>
                  </a:cubicBezTo>
                  <a:cubicBezTo>
                    <a:pt x="72" y="149"/>
                    <a:pt x="79" y="156"/>
                    <a:pt x="88" y="156"/>
                  </a:cubicBezTo>
                  <a:close/>
                  <a:moveTo>
                    <a:pt x="88" y="132"/>
                  </a:moveTo>
                  <a:cubicBezTo>
                    <a:pt x="92" y="132"/>
                    <a:pt x="96" y="136"/>
                    <a:pt x="96" y="140"/>
                  </a:cubicBezTo>
                  <a:cubicBezTo>
                    <a:pt x="96" y="144"/>
                    <a:pt x="92" y="148"/>
                    <a:pt x="88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4" y="148"/>
                    <a:pt x="80" y="144"/>
                    <a:pt x="80" y="140"/>
                  </a:cubicBezTo>
                  <a:cubicBezTo>
                    <a:pt x="80" y="136"/>
                    <a:pt x="84" y="132"/>
                    <a:pt x="88" y="1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1" name="Freeform 145">
              <a:extLst>
                <a:ext uri="{FF2B5EF4-FFF2-40B4-BE49-F238E27FC236}">
                  <a16:creationId xmlns:a16="http://schemas.microsoft.com/office/drawing/2014/main" id="{EB6A0F98-9983-DA43-10E5-67C7E3E5FE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61641" y="1700469"/>
              <a:ext cx="175095" cy="201673"/>
            </a:xfrm>
            <a:custGeom>
              <a:avLst/>
              <a:gdLst>
                <a:gd name="T0" fmla="*/ 122 w 188"/>
                <a:gd name="T1" fmla="*/ 128 h 216"/>
                <a:gd name="T2" fmla="*/ 63 w 188"/>
                <a:gd name="T3" fmla="*/ 128 h 216"/>
                <a:gd name="T4" fmla="*/ 0 w 188"/>
                <a:gd name="T5" fmla="*/ 210 h 216"/>
                <a:gd name="T6" fmla="*/ 4 w 188"/>
                <a:gd name="T7" fmla="*/ 216 h 216"/>
                <a:gd name="T8" fmla="*/ 184 w 188"/>
                <a:gd name="T9" fmla="*/ 216 h 216"/>
                <a:gd name="T10" fmla="*/ 188 w 188"/>
                <a:gd name="T11" fmla="*/ 210 h 216"/>
                <a:gd name="T12" fmla="*/ 122 w 188"/>
                <a:gd name="T13" fmla="*/ 128 h 216"/>
                <a:gd name="T14" fmla="*/ 8 w 188"/>
                <a:gd name="T15" fmla="*/ 208 h 216"/>
                <a:gd name="T16" fmla="*/ 64 w 188"/>
                <a:gd name="T17" fmla="*/ 136 h 216"/>
                <a:gd name="T18" fmla="*/ 120 w 188"/>
                <a:gd name="T19" fmla="*/ 136 h 216"/>
                <a:gd name="T20" fmla="*/ 180 w 188"/>
                <a:gd name="T21" fmla="*/ 208 h 216"/>
                <a:gd name="T22" fmla="*/ 8 w 188"/>
                <a:gd name="T23" fmla="*/ 208 h 216"/>
                <a:gd name="T24" fmla="*/ 91 w 188"/>
                <a:gd name="T25" fmla="*/ 114 h 216"/>
                <a:gd name="T26" fmla="*/ 148 w 188"/>
                <a:gd name="T27" fmla="*/ 57 h 216"/>
                <a:gd name="T28" fmla="*/ 91 w 188"/>
                <a:gd name="T29" fmla="*/ 0 h 216"/>
                <a:gd name="T30" fmla="*/ 34 w 188"/>
                <a:gd name="T31" fmla="*/ 57 h 216"/>
                <a:gd name="T32" fmla="*/ 91 w 188"/>
                <a:gd name="T33" fmla="*/ 114 h 216"/>
                <a:gd name="T34" fmla="*/ 91 w 188"/>
                <a:gd name="T35" fmla="*/ 8 h 216"/>
                <a:gd name="T36" fmla="*/ 140 w 188"/>
                <a:gd name="T37" fmla="*/ 57 h 216"/>
                <a:gd name="T38" fmla="*/ 140 w 188"/>
                <a:gd name="T39" fmla="*/ 65 h 216"/>
                <a:gd name="T40" fmla="*/ 105 w 188"/>
                <a:gd name="T41" fmla="*/ 43 h 216"/>
                <a:gd name="T42" fmla="*/ 102 w 188"/>
                <a:gd name="T43" fmla="*/ 35 h 216"/>
                <a:gd name="T44" fmla="*/ 98 w 188"/>
                <a:gd name="T45" fmla="*/ 42 h 216"/>
                <a:gd name="T46" fmla="*/ 43 w 188"/>
                <a:gd name="T47" fmla="*/ 51 h 216"/>
                <a:gd name="T48" fmla="*/ 91 w 188"/>
                <a:gd name="T49" fmla="*/ 8 h 216"/>
                <a:gd name="T50" fmla="*/ 100 w 188"/>
                <a:gd name="T51" fmla="*/ 52 h 216"/>
                <a:gd name="T52" fmla="*/ 138 w 188"/>
                <a:gd name="T53" fmla="*/ 72 h 216"/>
                <a:gd name="T54" fmla="*/ 91 w 188"/>
                <a:gd name="T55" fmla="*/ 106 h 216"/>
                <a:gd name="T56" fmla="*/ 43 w 188"/>
                <a:gd name="T57" fmla="*/ 59 h 216"/>
                <a:gd name="T58" fmla="*/ 100 w 188"/>
                <a:gd name="T59" fmla="*/ 5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8" h="216">
                  <a:moveTo>
                    <a:pt x="122" y="128"/>
                  </a:moveTo>
                  <a:cubicBezTo>
                    <a:pt x="63" y="128"/>
                    <a:pt x="63" y="128"/>
                    <a:pt x="63" y="128"/>
                  </a:cubicBezTo>
                  <a:cubicBezTo>
                    <a:pt x="27" y="128"/>
                    <a:pt x="0" y="165"/>
                    <a:pt x="0" y="210"/>
                  </a:cubicBezTo>
                  <a:cubicBezTo>
                    <a:pt x="0" y="212"/>
                    <a:pt x="0" y="216"/>
                    <a:pt x="4" y="216"/>
                  </a:cubicBezTo>
                  <a:cubicBezTo>
                    <a:pt x="184" y="216"/>
                    <a:pt x="184" y="216"/>
                    <a:pt x="184" y="216"/>
                  </a:cubicBezTo>
                  <a:cubicBezTo>
                    <a:pt x="188" y="216"/>
                    <a:pt x="188" y="212"/>
                    <a:pt x="188" y="210"/>
                  </a:cubicBezTo>
                  <a:cubicBezTo>
                    <a:pt x="188" y="165"/>
                    <a:pt x="157" y="128"/>
                    <a:pt x="122" y="128"/>
                  </a:cubicBezTo>
                  <a:close/>
                  <a:moveTo>
                    <a:pt x="8" y="208"/>
                  </a:moveTo>
                  <a:cubicBezTo>
                    <a:pt x="8" y="168"/>
                    <a:pt x="33" y="136"/>
                    <a:pt x="64" y="136"/>
                  </a:cubicBezTo>
                  <a:cubicBezTo>
                    <a:pt x="120" y="136"/>
                    <a:pt x="120" y="136"/>
                    <a:pt x="120" y="136"/>
                  </a:cubicBezTo>
                  <a:cubicBezTo>
                    <a:pt x="151" y="136"/>
                    <a:pt x="180" y="168"/>
                    <a:pt x="180" y="208"/>
                  </a:cubicBezTo>
                  <a:lnTo>
                    <a:pt x="8" y="208"/>
                  </a:lnTo>
                  <a:close/>
                  <a:moveTo>
                    <a:pt x="91" y="114"/>
                  </a:moveTo>
                  <a:cubicBezTo>
                    <a:pt x="123" y="114"/>
                    <a:pt x="148" y="88"/>
                    <a:pt x="148" y="57"/>
                  </a:cubicBezTo>
                  <a:cubicBezTo>
                    <a:pt x="148" y="25"/>
                    <a:pt x="123" y="0"/>
                    <a:pt x="91" y="0"/>
                  </a:cubicBezTo>
                  <a:cubicBezTo>
                    <a:pt x="60" y="0"/>
                    <a:pt x="34" y="25"/>
                    <a:pt x="34" y="57"/>
                  </a:cubicBezTo>
                  <a:cubicBezTo>
                    <a:pt x="34" y="88"/>
                    <a:pt x="60" y="114"/>
                    <a:pt x="91" y="114"/>
                  </a:cubicBezTo>
                  <a:close/>
                  <a:moveTo>
                    <a:pt x="91" y="8"/>
                  </a:moveTo>
                  <a:cubicBezTo>
                    <a:pt x="118" y="8"/>
                    <a:pt x="140" y="30"/>
                    <a:pt x="140" y="57"/>
                  </a:cubicBezTo>
                  <a:cubicBezTo>
                    <a:pt x="140" y="59"/>
                    <a:pt x="140" y="62"/>
                    <a:pt x="140" y="65"/>
                  </a:cubicBezTo>
                  <a:cubicBezTo>
                    <a:pt x="112" y="63"/>
                    <a:pt x="105" y="44"/>
                    <a:pt x="105" y="43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87" y="60"/>
                    <a:pt x="52" y="54"/>
                    <a:pt x="43" y="51"/>
                  </a:cubicBezTo>
                  <a:cubicBezTo>
                    <a:pt x="46" y="27"/>
                    <a:pt x="66" y="8"/>
                    <a:pt x="91" y="8"/>
                  </a:cubicBezTo>
                  <a:close/>
                  <a:moveTo>
                    <a:pt x="100" y="52"/>
                  </a:moveTo>
                  <a:cubicBezTo>
                    <a:pt x="105" y="59"/>
                    <a:pt x="116" y="70"/>
                    <a:pt x="138" y="72"/>
                  </a:cubicBezTo>
                  <a:cubicBezTo>
                    <a:pt x="131" y="92"/>
                    <a:pt x="113" y="106"/>
                    <a:pt x="91" y="106"/>
                  </a:cubicBezTo>
                  <a:cubicBezTo>
                    <a:pt x="65" y="106"/>
                    <a:pt x="44" y="85"/>
                    <a:pt x="43" y="59"/>
                  </a:cubicBezTo>
                  <a:cubicBezTo>
                    <a:pt x="54" y="62"/>
                    <a:pt x="85" y="67"/>
                    <a:pt x="100" y="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70">
              <a:extLst>
                <a:ext uri="{FF2B5EF4-FFF2-40B4-BE49-F238E27FC236}">
                  <a16:creationId xmlns:a16="http://schemas.microsoft.com/office/drawing/2014/main" id="{20AB17B5-ACE9-28D8-06CD-210E1E301A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45266" y="5709050"/>
              <a:ext cx="170405" cy="212615"/>
            </a:xfrm>
            <a:custGeom>
              <a:avLst/>
              <a:gdLst>
                <a:gd name="T0" fmla="*/ 162 w 184"/>
                <a:gd name="T1" fmla="*/ 52 h 228"/>
                <a:gd name="T2" fmla="*/ 158 w 184"/>
                <a:gd name="T3" fmla="*/ 52 h 228"/>
                <a:gd name="T4" fmla="*/ 140 w 184"/>
                <a:gd name="T5" fmla="*/ 61 h 228"/>
                <a:gd name="T6" fmla="*/ 122 w 184"/>
                <a:gd name="T7" fmla="*/ 52 h 228"/>
                <a:gd name="T8" fmla="*/ 118 w 184"/>
                <a:gd name="T9" fmla="*/ 52 h 228"/>
                <a:gd name="T10" fmla="*/ 100 w 184"/>
                <a:gd name="T11" fmla="*/ 61 h 228"/>
                <a:gd name="T12" fmla="*/ 82 w 184"/>
                <a:gd name="T13" fmla="*/ 52 h 228"/>
                <a:gd name="T14" fmla="*/ 78 w 184"/>
                <a:gd name="T15" fmla="*/ 52 h 228"/>
                <a:gd name="T16" fmla="*/ 64 w 184"/>
                <a:gd name="T17" fmla="*/ 57 h 228"/>
                <a:gd name="T18" fmla="*/ 64 w 184"/>
                <a:gd name="T19" fmla="*/ 23 h 228"/>
                <a:gd name="T20" fmla="*/ 41 w 184"/>
                <a:gd name="T21" fmla="*/ 0 h 228"/>
                <a:gd name="T22" fmla="*/ 39 w 184"/>
                <a:gd name="T23" fmla="*/ 0 h 228"/>
                <a:gd name="T24" fmla="*/ 16 w 184"/>
                <a:gd name="T25" fmla="*/ 23 h 228"/>
                <a:gd name="T26" fmla="*/ 16 w 184"/>
                <a:gd name="T27" fmla="*/ 95 h 228"/>
                <a:gd name="T28" fmla="*/ 0 w 184"/>
                <a:gd name="T29" fmla="*/ 122 h 228"/>
                <a:gd name="T30" fmla="*/ 0 w 184"/>
                <a:gd name="T31" fmla="*/ 168 h 228"/>
                <a:gd name="T32" fmla="*/ 62 w 184"/>
                <a:gd name="T33" fmla="*/ 228 h 228"/>
                <a:gd name="T34" fmla="*/ 124 w 184"/>
                <a:gd name="T35" fmla="*/ 228 h 228"/>
                <a:gd name="T36" fmla="*/ 184 w 184"/>
                <a:gd name="T37" fmla="*/ 168 h 228"/>
                <a:gd name="T38" fmla="*/ 184 w 184"/>
                <a:gd name="T39" fmla="*/ 74 h 228"/>
                <a:gd name="T40" fmla="*/ 162 w 184"/>
                <a:gd name="T41" fmla="*/ 52 h 228"/>
                <a:gd name="T42" fmla="*/ 176 w 184"/>
                <a:gd name="T43" fmla="*/ 168 h 228"/>
                <a:gd name="T44" fmla="*/ 124 w 184"/>
                <a:gd name="T45" fmla="*/ 220 h 228"/>
                <a:gd name="T46" fmla="*/ 62 w 184"/>
                <a:gd name="T47" fmla="*/ 220 h 228"/>
                <a:gd name="T48" fmla="*/ 8 w 184"/>
                <a:gd name="T49" fmla="*/ 168 h 228"/>
                <a:gd name="T50" fmla="*/ 8 w 184"/>
                <a:gd name="T51" fmla="*/ 122 h 228"/>
                <a:gd name="T52" fmla="*/ 22 w 184"/>
                <a:gd name="T53" fmla="*/ 101 h 228"/>
                <a:gd name="T54" fmla="*/ 24 w 184"/>
                <a:gd name="T55" fmla="*/ 99 h 228"/>
                <a:gd name="T56" fmla="*/ 24 w 184"/>
                <a:gd name="T57" fmla="*/ 23 h 228"/>
                <a:gd name="T58" fmla="*/ 39 w 184"/>
                <a:gd name="T59" fmla="*/ 8 h 228"/>
                <a:gd name="T60" fmla="*/ 41 w 184"/>
                <a:gd name="T61" fmla="*/ 8 h 228"/>
                <a:gd name="T62" fmla="*/ 56 w 184"/>
                <a:gd name="T63" fmla="*/ 23 h 228"/>
                <a:gd name="T64" fmla="*/ 56 w 184"/>
                <a:gd name="T65" fmla="*/ 124 h 228"/>
                <a:gd name="T66" fmla="*/ 60 w 184"/>
                <a:gd name="T67" fmla="*/ 128 h 228"/>
                <a:gd name="T68" fmla="*/ 64 w 184"/>
                <a:gd name="T69" fmla="*/ 124 h 228"/>
                <a:gd name="T70" fmla="*/ 64 w 184"/>
                <a:gd name="T71" fmla="*/ 74 h 228"/>
                <a:gd name="T72" fmla="*/ 78 w 184"/>
                <a:gd name="T73" fmla="*/ 60 h 228"/>
                <a:gd name="T74" fmla="*/ 82 w 184"/>
                <a:gd name="T75" fmla="*/ 60 h 228"/>
                <a:gd name="T76" fmla="*/ 96 w 184"/>
                <a:gd name="T77" fmla="*/ 74 h 228"/>
                <a:gd name="T78" fmla="*/ 96 w 184"/>
                <a:gd name="T79" fmla="*/ 124 h 228"/>
                <a:gd name="T80" fmla="*/ 100 w 184"/>
                <a:gd name="T81" fmla="*/ 128 h 228"/>
                <a:gd name="T82" fmla="*/ 104 w 184"/>
                <a:gd name="T83" fmla="*/ 124 h 228"/>
                <a:gd name="T84" fmla="*/ 104 w 184"/>
                <a:gd name="T85" fmla="*/ 74 h 228"/>
                <a:gd name="T86" fmla="*/ 118 w 184"/>
                <a:gd name="T87" fmla="*/ 60 h 228"/>
                <a:gd name="T88" fmla="*/ 122 w 184"/>
                <a:gd name="T89" fmla="*/ 60 h 228"/>
                <a:gd name="T90" fmla="*/ 136 w 184"/>
                <a:gd name="T91" fmla="*/ 74 h 228"/>
                <a:gd name="T92" fmla="*/ 136 w 184"/>
                <a:gd name="T93" fmla="*/ 124 h 228"/>
                <a:gd name="T94" fmla="*/ 140 w 184"/>
                <a:gd name="T95" fmla="*/ 128 h 228"/>
                <a:gd name="T96" fmla="*/ 144 w 184"/>
                <a:gd name="T97" fmla="*/ 124 h 228"/>
                <a:gd name="T98" fmla="*/ 144 w 184"/>
                <a:gd name="T99" fmla="*/ 74 h 228"/>
                <a:gd name="T100" fmla="*/ 158 w 184"/>
                <a:gd name="T101" fmla="*/ 60 h 228"/>
                <a:gd name="T102" fmla="*/ 162 w 184"/>
                <a:gd name="T103" fmla="*/ 60 h 228"/>
                <a:gd name="T104" fmla="*/ 176 w 184"/>
                <a:gd name="T105" fmla="*/ 74 h 228"/>
                <a:gd name="T106" fmla="*/ 176 w 184"/>
                <a:gd name="T107" fmla="*/ 16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84" h="228">
                  <a:moveTo>
                    <a:pt x="162" y="52"/>
                  </a:moveTo>
                  <a:cubicBezTo>
                    <a:pt x="158" y="52"/>
                    <a:pt x="158" y="52"/>
                    <a:pt x="158" y="52"/>
                  </a:cubicBezTo>
                  <a:cubicBezTo>
                    <a:pt x="150" y="52"/>
                    <a:pt x="144" y="56"/>
                    <a:pt x="140" y="61"/>
                  </a:cubicBezTo>
                  <a:cubicBezTo>
                    <a:pt x="136" y="56"/>
                    <a:pt x="130" y="52"/>
                    <a:pt x="122" y="52"/>
                  </a:cubicBezTo>
                  <a:cubicBezTo>
                    <a:pt x="118" y="52"/>
                    <a:pt x="118" y="52"/>
                    <a:pt x="118" y="52"/>
                  </a:cubicBezTo>
                  <a:cubicBezTo>
                    <a:pt x="110" y="52"/>
                    <a:pt x="104" y="56"/>
                    <a:pt x="100" y="61"/>
                  </a:cubicBezTo>
                  <a:cubicBezTo>
                    <a:pt x="96" y="56"/>
                    <a:pt x="90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2" y="52"/>
                    <a:pt x="68" y="54"/>
                    <a:pt x="64" y="57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0"/>
                    <a:pt x="54" y="0"/>
                    <a:pt x="41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6" y="10"/>
                    <a:pt x="16" y="23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8" y="102"/>
                    <a:pt x="0" y="112"/>
                    <a:pt x="0" y="122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202"/>
                    <a:pt x="30" y="228"/>
                    <a:pt x="62" y="228"/>
                  </a:cubicBezTo>
                  <a:cubicBezTo>
                    <a:pt x="124" y="228"/>
                    <a:pt x="124" y="228"/>
                    <a:pt x="124" y="228"/>
                  </a:cubicBezTo>
                  <a:cubicBezTo>
                    <a:pt x="157" y="228"/>
                    <a:pt x="184" y="201"/>
                    <a:pt x="184" y="168"/>
                  </a:cubicBezTo>
                  <a:cubicBezTo>
                    <a:pt x="184" y="74"/>
                    <a:pt x="184" y="74"/>
                    <a:pt x="184" y="74"/>
                  </a:cubicBezTo>
                  <a:cubicBezTo>
                    <a:pt x="184" y="62"/>
                    <a:pt x="174" y="52"/>
                    <a:pt x="162" y="52"/>
                  </a:cubicBezTo>
                  <a:close/>
                  <a:moveTo>
                    <a:pt x="176" y="168"/>
                  </a:moveTo>
                  <a:cubicBezTo>
                    <a:pt x="176" y="197"/>
                    <a:pt x="153" y="220"/>
                    <a:pt x="124" y="220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34" y="220"/>
                    <a:pt x="8" y="198"/>
                    <a:pt x="8" y="168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8" y="113"/>
                    <a:pt x="16" y="105"/>
                    <a:pt x="22" y="101"/>
                  </a:cubicBezTo>
                  <a:cubicBezTo>
                    <a:pt x="24" y="99"/>
                    <a:pt x="24" y="99"/>
                    <a:pt x="24" y="99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15"/>
                    <a:pt x="31" y="8"/>
                    <a:pt x="39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9" y="8"/>
                    <a:pt x="56" y="15"/>
                    <a:pt x="56" y="23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56" y="126"/>
                    <a:pt x="58" y="128"/>
                    <a:pt x="60" y="128"/>
                  </a:cubicBezTo>
                  <a:cubicBezTo>
                    <a:pt x="62" y="128"/>
                    <a:pt x="64" y="126"/>
                    <a:pt x="64" y="124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64" y="66"/>
                    <a:pt x="70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90" y="60"/>
                    <a:pt x="96" y="66"/>
                    <a:pt x="96" y="7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6"/>
                    <a:pt x="98" y="128"/>
                    <a:pt x="100" y="128"/>
                  </a:cubicBezTo>
                  <a:cubicBezTo>
                    <a:pt x="102" y="128"/>
                    <a:pt x="104" y="126"/>
                    <a:pt x="104" y="124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4" y="66"/>
                    <a:pt x="110" y="60"/>
                    <a:pt x="118" y="60"/>
                  </a:cubicBezTo>
                  <a:cubicBezTo>
                    <a:pt x="122" y="60"/>
                    <a:pt x="122" y="60"/>
                    <a:pt x="122" y="60"/>
                  </a:cubicBezTo>
                  <a:cubicBezTo>
                    <a:pt x="130" y="60"/>
                    <a:pt x="136" y="66"/>
                    <a:pt x="136" y="74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6" y="126"/>
                    <a:pt x="138" y="128"/>
                    <a:pt x="140" y="128"/>
                  </a:cubicBezTo>
                  <a:cubicBezTo>
                    <a:pt x="142" y="128"/>
                    <a:pt x="144" y="126"/>
                    <a:pt x="144" y="124"/>
                  </a:cubicBezTo>
                  <a:cubicBezTo>
                    <a:pt x="144" y="74"/>
                    <a:pt x="144" y="74"/>
                    <a:pt x="144" y="74"/>
                  </a:cubicBezTo>
                  <a:cubicBezTo>
                    <a:pt x="144" y="66"/>
                    <a:pt x="150" y="60"/>
                    <a:pt x="158" y="60"/>
                  </a:cubicBezTo>
                  <a:cubicBezTo>
                    <a:pt x="162" y="60"/>
                    <a:pt x="162" y="60"/>
                    <a:pt x="162" y="60"/>
                  </a:cubicBezTo>
                  <a:cubicBezTo>
                    <a:pt x="170" y="60"/>
                    <a:pt x="176" y="66"/>
                    <a:pt x="176" y="74"/>
                  </a:cubicBezTo>
                  <a:lnTo>
                    <a:pt x="176" y="1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238634BD-FDD4-A436-F5EF-04F1CEA9B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8536" y="3463732"/>
            <a:ext cx="1657071" cy="713280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42BEF34B-9A8C-5358-140C-68216D79A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672" y="2771833"/>
            <a:ext cx="654155" cy="584775"/>
          </a:xfrm>
          <a:prstGeom prst="rect">
            <a:avLst/>
          </a:prstGeom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B2C18BF8-84D3-06AC-ECC6-ACBD6D43F8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74" y="4933369"/>
            <a:ext cx="814805" cy="584775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005BF2A7-4B84-E65D-0FDA-303C2E0F62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47" y="1643849"/>
            <a:ext cx="712694" cy="681950"/>
          </a:xfrm>
          <a:prstGeom prst="rect">
            <a:avLst/>
          </a:prstGeom>
        </p:spPr>
      </p:pic>
      <p:sp>
        <p:nvSpPr>
          <p:cNvPr id="304" name="TextBox 303">
            <a:extLst>
              <a:ext uri="{FF2B5EF4-FFF2-40B4-BE49-F238E27FC236}">
                <a16:creationId xmlns:a16="http://schemas.microsoft.com/office/drawing/2014/main" id="{94C6A117-2515-048C-E33B-E066FAE52C5E}"/>
              </a:ext>
            </a:extLst>
          </p:cNvPr>
          <p:cNvSpPr txBox="1"/>
          <p:nvPr/>
        </p:nvSpPr>
        <p:spPr>
          <a:xfrm>
            <a:off x="262871" y="2435873"/>
            <a:ext cx="1393057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sz="1050" dirty="0"/>
              <a:t>Work Benches</a:t>
            </a:r>
            <a:endParaRPr lang="id-ID" sz="1050" dirty="0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687DD378-4A03-B08B-E359-0B968580F8D6}"/>
              </a:ext>
            </a:extLst>
          </p:cNvPr>
          <p:cNvSpPr txBox="1"/>
          <p:nvPr/>
        </p:nvSpPr>
        <p:spPr>
          <a:xfrm>
            <a:off x="419247" y="5796528"/>
            <a:ext cx="1393057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sz="1050" dirty="0"/>
              <a:t>Lake Houses</a:t>
            </a:r>
            <a:endParaRPr lang="id-ID" sz="1050" dirty="0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F5D86117-7A20-993E-3C78-410379557C90}"/>
              </a:ext>
            </a:extLst>
          </p:cNvPr>
          <p:cNvSpPr txBox="1"/>
          <p:nvPr/>
        </p:nvSpPr>
        <p:spPr>
          <a:xfrm>
            <a:off x="1196220" y="3530465"/>
            <a:ext cx="1393057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sz="1050" dirty="0"/>
              <a:t>Warehouses</a:t>
            </a:r>
            <a:endParaRPr lang="id-ID" sz="1050" dirty="0"/>
          </a:p>
        </p:txBody>
      </p: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1FE5C0D0-BFE2-CFEF-CFC4-0362882084EE}"/>
              </a:ext>
            </a:extLst>
          </p:cNvPr>
          <p:cNvCxnSpPr>
            <a:cxnSpLocks/>
          </p:cNvCxnSpPr>
          <p:nvPr/>
        </p:nvCxnSpPr>
        <p:spPr>
          <a:xfrm flipV="1">
            <a:off x="5371234" y="3820372"/>
            <a:ext cx="450257" cy="8426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5A0B39EC-EE2C-7A20-3620-9183B4013161}"/>
              </a:ext>
            </a:extLst>
          </p:cNvPr>
          <p:cNvCxnSpPr>
            <a:cxnSpLocks/>
          </p:cNvCxnSpPr>
          <p:nvPr/>
        </p:nvCxnSpPr>
        <p:spPr>
          <a:xfrm>
            <a:off x="5247111" y="3148486"/>
            <a:ext cx="518564" cy="13758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724F16AF-F700-D57E-6B10-0B63AE03FDDA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5600358" y="2693000"/>
            <a:ext cx="334170" cy="33432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26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7">
      <a:dk1>
        <a:srgbClr val="000000"/>
      </a:dk1>
      <a:lt1>
        <a:srgbClr val="FFFFFF"/>
      </a:lt1>
      <a:dk2>
        <a:srgbClr val="36383B"/>
      </a:dk2>
      <a:lt2>
        <a:srgbClr val="EEECE1"/>
      </a:lt2>
      <a:accent1>
        <a:srgbClr val="104163"/>
      </a:accent1>
      <a:accent2>
        <a:srgbClr val="1DAA92"/>
      </a:accent2>
      <a:accent3>
        <a:srgbClr val="00B0F0"/>
      </a:accent3>
      <a:accent4>
        <a:srgbClr val="94BF3E"/>
      </a:accent4>
      <a:accent5>
        <a:srgbClr val="FDC82F"/>
      </a:accent5>
      <a:accent6>
        <a:srgbClr val="F15B25"/>
      </a:accent6>
      <a:hlink>
        <a:srgbClr val="F68A20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4906</TotalTime>
  <Words>66</Words>
  <Application>Microsoft Macintosh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Lato Black</vt:lpstr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Hussain</dc:creator>
  <cp:lastModifiedBy>Aaron W</cp:lastModifiedBy>
  <cp:revision>608</cp:revision>
  <dcterms:created xsi:type="dcterms:W3CDTF">2018-01-31T01:44:04Z</dcterms:created>
  <dcterms:modified xsi:type="dcterms:W3CDTF">2026-07-21T06:06:51Z</dcterms:modified>
</cp:coreProperties>
</file>