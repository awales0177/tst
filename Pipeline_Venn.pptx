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vs. ETL Curated Pipelines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 where each data flow belongs</a:t>
            </a:r>
            <a:endParaRPr lang="en-US" sz="1300" dirty="0"/>
          </a:p>
        </p:txBody>
      </p:sp>
      <p:sp>
        <p:nvSpPr>
          <p:cNvPr id="4" name="Autonomous Pipeline"/>
          <p:cNvSpPr/>
          <p:nvPr/>
        </p:nvSpPr>
        <p:spPr>
          <a:xfrm>
            <a:off x="502920" y="2148840"/>
            <a:ext cx="3566160" cy="3566160"/>
          </a:xfrm>
          <a:prstGeom prst="ellipse">
            <a:avLst/>
          </a:prstGeom>
          <a:solidFill>
            <a:srgbClr val="0D9488">
              <a:alpha val="20000"/>
            </a:srgbClr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" name="ETL Curated Pipeline"/>
          <p:cNvSpPr/>
          <p:nvPr/>
        </p:nvSpPr>
        <p:spPr>
          <a:xfrm>
            <a:off x="2606040" y="2148840"/>
            <a:ext cx="3566160" cy="3566160"/>
          </a:xfrm>
          <a:prstGeom prst="ellipse">
            <a:avLst/>
          </a:prstGeom>
          <a:solidFill>
            <a:srgbClr val="2563EB">
              <a:alpha val="2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Pipeline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Curated 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and reviewed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017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378561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" y="41696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169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45537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ingestion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3017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15968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15968" y="34015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15968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378561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15968" y="41696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15968" y="4169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modeling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45537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78892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79776" y="3456432"/>
            <a:ext cx="11155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79776" y="345643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contracts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79776" y="3776472"/>
            <a:ext cx="11155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79776" y="377647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79776" y="4096512"/>
            <a:ext cx="11155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79776" y="409651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79776" y="4416552"/>
            <a:ext cx="111556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79776" y="44165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1417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autonomous pipeline or ad hoc?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19202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75320" y="1920240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75320" y="1920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if…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012680" y="1920240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12680" y="1920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if…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0" y="2377440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0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348472" y="24505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recurring schedule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085832" y="24505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or occasional request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75120" y="3090672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75120" y="31638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stability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48472" y="316382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schema and reliable source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085832" y="316382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or source changes often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803904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75120" y="3877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rules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348472" y="387705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can be automated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085832" y="387705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human review or judgment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0" y="4517136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0" y="45902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348472" y="45902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or downstream systems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085832" y="459028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analyst or team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675120" y="5230368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675120" y="53035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348472" y="5303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reporting or ops decisions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085832" y="5303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or proof of concept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75120" y="5943600"/>
            <a:ext cx="4965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most criteria land in the "Autonomous" column, automate it. Otherwise keep it ad hoc until it stabilizes.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2026-10-19T23:02:46Z</dcterms:created>
  <dcterms:modified xsi:type="dcterms:W3CDTF">2026-10-19T23:02:46Z</dcterms:modified>
</cp:coreProperties>
</file>